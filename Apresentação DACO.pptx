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3"/>
  </p:notesMasterIdLst>
  <p:sldIdLst>
    <p:sldId id="256" r:id="rId2"/>
    <p:sldId id="258" r:id="rId3"/>
    <p:sldId id="296" r:id="rId4"/>
    <p:sldId id="304" r:id="rId5"/>
    <p:sldId id="305" r:id="rId6"/>
    <p:sldId id="261" r:id="rId7"/>
    <p:sldId id="263" r:id="rId8"/>
    <p:sldId id="306" r:id="rId9"/>
    <p:sldId id="297" r:id="rId10"/>
    <p:sldId id="298" r:id="rId11"/>
    <p:sldId id="266" r:id="rId12"/>
    <p:sldId id="307" r:id="rId13"/>
    <p:sldId id="300" r:id="rId14"/>
    <p:sldId id="308" r:id="rId15"/>
    <p:sldId id="301" r:id="rId16"/>
    <p:sldId id="299" r:id="rId17"/>
    <p:sldId id="309" r:id="rId18"/>
    <p:sldId id="272" r:id="rId19"/>
    <p:sldId id="302" r:id="rId20"/>
    <p:sldId id="303" r:id="rId21"/>
    <p:sldId id="270" r:id="rId22"/>
  </p:sldIdLst>
  <p:sldSz cx="9144000" cy="5143500" type="screen16x9"/>
  <p:notesSz cx="6858000" cy="9144000"/>
  <p:embeddedFontLst>
    <p:embeddedFont>
      <p:font typeface="Anaheim" panose="020B0604020202020204" charset="0"/>
      <p:regular r:id="rId24"/>
      <p:bold r:id="rId25"/>
    </p:embeddedFont>
    <p:embeddedFont>
      <p:font typeface="Cambria Math" panose="02040503050406030204" pitchFamily="18" charset="0"/>
      <p:regular r:id="rId26"/>
    </p:embeddedFont>
    <p:embeddedFont>
      <p:font typeface="Poppins" panose="020B0604020202020204" charset="0"/>
      <p:regular r:id="rId27"/>
      <p:bold r:id="rId28"/>
      <p:italic r:id="rId29"/>
      <p:boldItalic r:id="rId30"/>
    </p:embeddedFont>
    <p:embeddedFont>
      <p:font typeface="Segoe UI Black" panose="020B0A02040204020203" pitchFamily="34" charset="0"/>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9B94FF-D5FF-5844-FC54-7FE0A409090D}" name="Leandro Ribeiro" initials="LR" userId="a06849e386f6b44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7E92"/>
    <a:srgbClr val="45818E"/>
    <a:srgbClr val="B9D7DD"/>
    <a:srgbClr val="73A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2DAB8-898B-4C46-87F8-82F676F42D98}" v="10" dt="2025-01-17T09:41:45.793"/>
    <p1510:client id="{0C1B6E7C-B22A-491C-A0E0-36EBA2DB4612}" v="6" dt="2025-01-16T23:01:48.256"/>
    <p1510:client id="{191D38E6-6771-449E-89C1-718F5BB3E49E}" v="2883" dt="2025-01-17T15:25:07.745"/>
    <p1510:client id="{78D52028-F660-4D9A-B889-69E368D7CA5E}" v="92" dt="2025-01-16T22:07:36.978"/>
    <p1510:client id="{8BA952B9-379D-4389-8E9D-D1D28A9B9154}" v="38" dt="2025-01-17T09:28:37.424"/>
    <p1510:client id="{CBE2A226-0D9E-45EF-9668-C06A30753138}" v="1565" dt="2025-01-16T23:43:01.832"/>
    <p1510:client id="{EF199589-109B-4668-BBA4-BFF0A3EE8303}" v="144" dt="2025-01-16T22:34:00.887"/>
  </p1510:revLst>
</p1510:revInfo>
</file>

<file path=ppt/tableStyles.xml><?xml version="1.0" encoding="utf-8"?>
<a:tblStyleLst xmlns:a="http://schemas.openxmlformats.org/drawingml/2006/main" def="{DEA74A77-C99D-49D8-B570-5F17BF624054}">
  <a:tblStyle styleId="{DEA74A77-C99D-49D8-B570-5F17BF6240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171B932-DFC0-4415-80EA-8E9F2EBECA2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ilizador Convidado" providerId="Windows Live" clId="Web-{CBE2A226-0D9E-45EF-9668-C06A30753138}"/>
    <pc:docChg chg="addSld modSld">
      <pc:chgData name="Utilizador Convidado" userId="" providerId="Windows Live" clId="Web-{CBE2A226-0D9E-45EF-9668-C06A30753138}" dt="2025-01-16T23:41:00.167" v="1454"/>
      <pc:docMkLst>
        <pc:docMk/>
      </pc:docMkLst>
      <pc:sldChg chg="modSp">
        <pc:chgData name="Utilizador Convidado" userId="" providerId="Windows Live" clId="Web-{CBE2A226-0D9E-45EF-9668-C06A30753138}" dt="2025-01-16T23:00:03.650" v="565" actId="20577"/>
        <pc:sldMkLst>
          <pc:docMk/>
          <pc:sldMk cId="0" sldId="266"/>
        </pc:sldMkLst>
        <pc:spChg chg="mod">
          <ac:chgData name="Utilizador Convidado" userId="" providerId="Windows Live" clId="Web-{CBE2A226-0D9E-45EF-9668-C06A30753138}" dt="2025-01-16T23:00:03.650" v="565" actId="20577"/>
          <ac:spMkLst>
            <pc:docMk/>
            <pc:sldMk cId="0" sldId="266"/>
            <ac:spMk id="328" creationId="{00000000-0000-0000-0000-000000000000}"/>
          </ac:spMkLst>
        </pc:spChg>
      </pc:sldChg>
      <pc:sldChg chg="modSp">
        <pc:chgData name="Utilizador Convidado" userId="" providerId="Windows Live" clId="Web-{CBE2A226-0D9E-45EF-9668-C06A30753138}" dt="2025-01-16T22:42:25.140" v="55" actId="20577"/>
        <pc:sldMkLst>
          <pc:docMk/>
          <pc:sldMk cId="0" sldId="272"/>
        </pc:sldMkLst>
        <pc:spChg chg="mod">
          <ac:chgData name="Utilizador Convidado" userId="" providerId="Windows Live" clId="Web-{CBE2A226-0D9E-45EF-9668-C06A30753138}" dt="2025-01-16T22:42:21.046" v="53" actId="20577"/>
          <ac:spMkLst>
            <pc:docMk/>
            <pc:sldMk cId="0" sldId="272"/>
            <ac:spMk id="4" creationId="{92F3F82D-57B5-5540-2205-1674990AC71D}"/>
          </ac:spMkLst>
        </pc:spChg>
        <pc:spChg chg="mod">
          <ac:chgData name="Utilizador Convidado" userId="" providerId="Windows Live" clId="Web-{CBE2A226-0D9E-45EF-9668-C06A30753138}" dt="2025-01-16T22:42:25.140" v="55" actId="20577"/>
          <ac:spMkLst>
            <pc:docMk/>
            <pc:sldMk cId="0" sldId="272"/>
            <ac:spMk id="5" creationId="{88D1A6BD-01B4-8A64-BDCB-53FBCD83FC60}"/>
          </ac:spMkLst>
        </pc:spChg>
        <pc:graphicFrameChg chg="modGraphic">
          <ac:chgData name="Utilizador Convidado" userId="" providerId="Windows Live" clId="Web-{CBE2A226-0D9E-45EF-9668-C06A30753138}" dt="2025-01-16T22:42:15.374" v="51"/>
          <ac:graphicFrameMkLst>
            <pc:docMk/>
            <pc:sldMk cId="0" sldId="272"/>
            <ac:graphicFrameMk id="3" creationId="{C380E581-12D2-43DE-0F72-7E4575F9D33A}"/>
          </ac:graphicFrameMkLst>
        </pc:graphicFrameChg>
        <pc:graphicFrameChg chg="modGraphic">
          <ac:chgData name="Utilizador Convidado" userId="" providerId="Windows Live" clId="Web-{CBE2A226-0D9E-45EF-9668-C06A30753138}" dt="2025-01-16T22:42:14.061" v="50"/>
          <ac:graphicFrameMkLst>
            <pc:docMk/>
            <pc:sldMk cId="0" sldId="272"/>
            <ac:graphicFrameMk id="409" creationId="{00000000-0000-0000-0000-000000000000}"/>
          </ac:graphicFrameMkLst>
        </pc:graphicFrameChg>
      </pc:sldChg>
      <pc:sldChg chg="delSp modSp">
        <pc:chgData name="Utilizador Convidado" userId="" providerId="Windows Live" clId="Web-{CBE2A226-0D9E-45EF-9668-C06A30753138}" dt="2025-01-16T22:44:41.869" v="303"/>
        <pc:sldMkLst>
          <pc:docMk/>
          <pc:sldMk cId="2767374100" sldId="299"/>
        </pc:sldMkLst>
        <pc:spChg chg="mod">
          <ac:chgData name="Utilizador Convidado" userId="" providerId="Windows Live" clId="Web-{CBE2A226-0D9E-45EF-9668-C06A30753138}" dt="2025-01-16T22:41:20.198" v="42"/>
          <ac:spMkLst>
            <pc:docMk/>
            <pc:sldMk cId="2767374100" sldId="299"/>
            <ac:spMk id="4" creationId="{92F3F82D-57B5-5540-2205-1674990AC71D}"/>
          </ac:spMkLst>
        </pc:spChg>
        <pc:spChg chg="del">
          <ac:chgData name="Utilizador Convidado" userId="" providerId="Windows Live" clId="Web-{CBE2A226-0D9E-45EF-9668-C06A30753138}" dt="2025-01-16T22:40:10.536" v="31"/>
          <ac:spMkLst>
            <pc:docMk/>
            <pc:sldMk cId="2767374100" sldId="299"/>
            <ac:spMk id="5" creationId="{88D1A6BD-01B4-8A64-BDCB-53FBCD83FC60}"/>
          </ac:spMkLst>
        </pc:spChg>
        <pc:graphicFrameChg chg="del">
          <ac:chgData name="Utilizador Convidado" userId="" providerId="Windows Live" clId="Web-{CBE2A226-0D9E-45EF-9668-C06A30753138}" dt="2025-01-16T22:40:06.005" v="30"/>
          <ac:graphicFrameMkLst>
            <pc:docMk/>
            <pc:sldMk cId="2767374100" sldId="299"/>
            <ac:graphicFrameMk id="3" creationId="{C380E581-12D2-43DE-0F72-7E4575F9D33A}"/>
          </ac:graphicFrameMkLst>
        </pc:graphicFrameChg>
        <pc:graphicFrameChg chg="mod modGraphic">
          <ac:chgData name="Utilizador Convidado" userId="" providerId="Windows Live" clId="Web-{CBE2A226-0D9E-45EF-9668-C06A30753138}" dt="2025-01-16T22:44:41.869" v="303"/>
          <ac:graphicFrameMkLst>
            <pc:docMk/>
            <pc:sldMk cId="2767374100" sldId="299"/>
            <ac:graphicFrameMk id="409" creationId="{00000000-0000-0000-0000-000000000000}"/>
          </ac:graphicFrameMkLst>
        </pc:graphicFrameChg>
      </pc:sldChg>
      <pc:sldChg chg="addSp delSp modSp add replId">
        <pc:chgData name="Utilizador Convidado" userId="" providerId="Windows Live" clId="Web-{CBE2A226-0D9E-45EF-9668-C06A30753138}" dt="2025-01-16T22:47:16.724" v="561"/>
        <pc:sldMkLst>
          <pc:docMk/>
          <pc:sldMk cId="795138733" sldId="309"/>
        </pc:sldMkLst>
        <pc:spChg chg="add mod">
          <ac:chgData name="Utilizador Convidado" userId="" providerId="Windows Live" clId="Web-{CBE2A226-0D9E-45EF-9668-C06A30753138}" dt="2025-01-16T22:41:42.825" v="49"/>
          <ac:spMkLst>
            <pc:docMk/>
            <pc:sldMk cId="795138733" sldId="309"/>
            <ac:spMk id="2" creationId="{88D1A6BD-01B4-8A64-BDCB-53FBCD83FC60}"/>
          </ac:spMkLst>
        </pc:spChg>
        <pc:spChg chg="del">
          <ac:chgData name="Utilizador Convidado" userId="" providerId="Windows Live" clId="Web-{CBE2A226-0D9E-45EF-9668-C06A30753138}" dt="2025-01-16T22:40:23.787" v="34"/>
          <ac:spMkLst>
            <pc:docMk/>
            <pc:sldMk cId="795138733" sldId="309"/>
            <ac:spMk id="4" creationId="{92F3F82D-57B5-5540-2205-1674990AC71D}"/>
          </ac:spMkLst>
        </pc:spChg>
        <pc:graphicFrameChg chg="mod modGraphic">
          <ac:chgData name="Utilizador Convidado" userId="" providerId="Windows Live" clId="Web-{CBE2A226-0D9E-45EF-9668-C06A30753138}" dt="2025-01-16T22:47:16.724" v="561"/>
          <ac:graphicFrameMkLst>
            <pc:docMk/>
            <pc:sldMk cId="795138733" sldId="309"/>
            <ac:graphicFrameMk id="409" creationId="{00000000-0000-0000-0000-000000000000}"/>
          </ac:graphicFrameMkLst>
        </pc:graphicFrameChg>
      </pc:sldChg>
      <pc:sldChg chg="addSp modSp new">
        <pc:chgData name="Utilizador Convidado" userId="" providerId="Windows Live" clId="Web-{CBE2A226-0D9E-45EF-9668-C06A30753138}" dt="2025-01-16T23:41:00.167" v="1454"/>
        <pc:sldMkLst>
          <pc:docMk/>
          <pc:sldMk cId="2256809040" sldId="310"/>
        </pc:sldMkLst>
        <pc:spChg chg="mod">
          <ac:chgData name="Utilizador Convidado" userId="" providerId="Windows Live" clId="Web-{CBE2A226-0D9E-45EF-9668-C06A30753138}" dt="2025-01-16T23:01:51.846" v="586" actId="20577"/>
          <ac:spMkLst>
            <pc:docMk/>
            <pc:sldMk cId="2256809040" sldId="310"/>
            <ac:spMk id="2" creationId="{EA9FF71B-6C1E-BD58-6EE6-CA517BFDDF8E}"/>
          </ac:spMkLst>
        </pc:spChg>
        <pc:graphicFrameChg chg="add mod modGraphic">
          <ac:chgData name="Utilizador Convidado" userId="" providerId="Windows Live" clId="Web-{CBE2A226-0D9E-45EF-9668-C06A30753138}" dt="2025-01-16T23:41:00.167" v="1454"/>
          <ac:graphicFrameMkLst>
            <pc:docMk/>
            <pc:sldMk cId="2256809040" sldId="310"/>
            <ac:graphicFrameMk id="4" creationId="{994B75E4-A37A-4FE4-7DD0-904EEA700734}"/>
          </ac:graphicFrameMkLst>
        </pc:graphicFrameChg>
      </pc:sldChg>
    </pc:docChg>
  </pc:docChgLst>
  <pc:docChgLst>
    <pc:chgData name="Leandro Ribeiro" userId="a06849e386f6b441" providerId="LiveId" clId="{191D38E6-6771-449E-89C1-718F5BB3E49E}"/>
    <pc:docChg chg="undo custSel addSld delSld modSld sldOrd delMainMaster">
      <pc:chgData name="Leandro Ribeiro" userId="a06849e386f6b441" providerId="LiveId" clId="{191D38E6-6771-449E-89C1-718F5BB3E49E}" dt="2025-01-17T15:25:07.745" v="6631"/>
      <pc:docMkLst>
        <pc:docMk/>
      </pc:docMkLst>
      <pc:sldChg chg="addSp modSp mod">
        <pc:chgData name="Leandro Ribeiro" userId="a06849e386f6b441" providerId="LiveId" clId="{191D38E6-6771-449E-89C1-718F5BB3E49E}" dt="2025-01-17T15:06:30.152" v="6615" actId="732"/>
        <pc:sldMkLst>
          <pc:docMk/>
          <pc:sldMk cId="0" sldId="256"/>
        </pc:sldMkLst>
        <pc:spChg chg="add mod">
          <ac:chgData name="Leandro Ribeiro" userId="a06849e386f6b441" providerId="LiveId" clId="{191D38E6-6771-449E-89C1-718F5BB3E49E}" dt="2025-01-16T22:52:58.545" v="6128" actId="1076"/>
          <ac:spMkLst>
            <pc:docMk/>
            <pc:sldMk cId="0" sldId="256"/>
            <ac:spMk id="4" creationId="{26FAE741-E4E9-361C-D2C9-10BFC89B4FBD}"/>
          </ac:spMkLst>
        </pc:spChg>
        <pc:spChg chg="mod">
          <ac:chgData name="Leandro Ribeiro" userId="a06849e386f6b441" providerId="LiveId" clId="{191D38E6-6771-449E-89C1-718F5BB3E49E}" dt="2025-01-16T22:51:59.392" v="6116" actId="1076"/>
          <ac:spMkLst>
            <pc:docMk/>
            <pc:sldMk cId="0" sldId="256"/>
            <ac:spMk id="205" creationId="{00000000-0000-0000-0000-000000000000}"/>
          </ac:spMkLst>
        </pc:spChg>
        <pc:spChg chg="mod">
          <ac:chgData name="Leandro Ribeiro" userId="a06849e386f6b441" providerId="LiveId" clId="{191D38E6-6771-449E-89C1-718F5BB3E49E}" dt="2025-01-16T22:52:37.249" v="6125" actId="121"/>
          <ac:spMkLst>
            <pc:docMk/>
            <pc:sldMk cId="0" sldId="256"/>
            <ac:spMk id="206" creationId="{00000000-0000-0000-0000-000000000000}"/>
          </ac:spMkLst>
        </pc:spChg>
        <pc:grpChg chg="mod">
          <ac:chgData name="Leandro Ribeiro" userId="a06849e386f6b441" providerId="LiveId" clId="{191D38E6-6771-449E-89C1-718F5BB3E49E}" dt="2025-01-16T22:50:29.923" v="6053" actId="1076"/>
          <ac:grpSpMkLst>
            <pc:docMk/>
            <pc:sldMk cId="0" sldId="256"/>
            <ac:grpSpMk id="207" creationId="{00000000-0000-0000-0000-000000000000}"/>
          </ac:grpSpMkLst>
        </pc:grpChg>
        <pc:picChg chg="add mod">
          <ac:chgData name="Leandro Ribeiro" userId="a06849e386f6b441" providerId="LiveId" clId="{191D38E6-6771-449E-89C1-718F5BB3E49E}" dt="2025-01-16T22:49:56.067" v="6047" actId="1076"/>
          <ac:picMkLst>
            <pc:docMk/>
            <pc:sldMk cId="0" sldId="256"/>
            <ac:picMk id="3" creationId="{BC090A7A-967F-8E3F-4367-AAE5D8D0B525}"/>
          </ac:picMkLst>
        </pc:picChg>
        <pc:picChg chg="add mod">
          <ac:chgData name="Leandro Ribeiro" userId="a06849e386f6b441" providerId="LiveId" clId="{191D38E6-6771-449E-89C1-718F5BB3E49E}" dt="2025-01-17T15:06:30.152" v="6615" actId="732"/>
          <ac:picMkLst>
            <pc:docMk/>
            <pc:sldMk cId="0" sldId="256"/>
            <ac:picMk id="1026" creationId="{430222B8-64AD-D87C-C6B3-16BBBE228554}"/>
          </ac:picMkLst>
        </pc:picChg>
      </pc:sldChg>
      <pc:sldChg chg="del">
        <pc:chgData name="Leandro Ribeiro" userId="a06849e386f6b441" providerId="LiveId" clId="{191D38E6-6771-449E-89C1-718F5BB3E49E}" dt="2025-01-15T16:40:22.569" v="202" actId="2696"/>
        <pc:sldMkLst>
          <pc:docMk/>
          <pc:sldMk cId="0" sldId="257"/>
        </pc:sldMkLst>
      </pc:sldChg>
      <pc:sldChg chg="addSp delSp modSp mod">
        <pc:chgData name="Leandro Ribeiro" userId="a06849e386f6b441" providerId="LiveId" clId="{191D38E6-6771-449E-89C1-718F5BB3E49E}" dt="2025-01-16T22:54:58.795" v="6142" actId="20577"/>
        <pc:sldMkLst>
          <pc:docMk/>
          <pc:sldMk cId="0" sldId="258"/>
        </pc:sldMkLst>
        <pc:spChg chg="mod">
          <ac:chgData name="Leandro Ribeiro" userId="a06849e386f6b441" providerId="LiveId" clId="{191D38E6-6771-449E-89C1-718F5BB3E49E}" dt="2025-01-16T22:54:58.795" v="6142" actId="20577"/>
          <ac:spMkLst>
            <pc:docMk/>
            <pc:sldMk cId="0" sldId="258"/>
            <ac:spMk id="223" creationId="{00000000-0000-0000-0000-000000000000}"/>
          </ac:spMkLst>
        </pc:spChg>
        <pc:spChg chg="mod">
          <ac:chgData name="Leandro Ribeiro" userId="a06849e386f6b441" providerId="LiveId" clId="{191D38E6-6771-449E-89C1-718F5BB3E49E}" dt="2025-01-15T19:11:09.875" v="2356" actId="1076"/>
          <ac:spMkLst>
            <pc:docMk/>
            <pc:sldMk cId="0" sldId="258"/>
            <ac:spMk id="224" creationId="{00000000-0000-0000-0000-000000000000}"/>
          </ac:spMkLst>
        </pc:spChg>
        <pc:spChg chg="mod">
          <ac:chgData name="Leandro Ribeiro" userId="a06849e386f6b441" providerId="LiveId" clId="{191D38E6-6771-449E-89C1-718F5BB3E49E}" dt="2025-01-15T19:11:26.675" v="2359" actId="1076"/>
          <ac:spMkLst>
            <pc:docMk/>
            <pc:sldMk cId="0" sldId="258"/>
            <ac:spMk id="225" creationId="{00000000-0000-0000-0000-000000000000}"/>
          </ac:spMkLst>
        </pc:spChg>
        <pc:spChg chg="mod">
          <ac:chgData name="Leandro Ribeiro" userId="a06849e386f6b441" providerId="LiveId" clId="{191D38E6-6771-449E-89C1-718F5BB3E49E}" dt="2025-01-15T19:11:16.347" v="2357" actId="1076"/>
          <ac:spMkLst>
            <pc:docMk/>
            <pc:sldMk cId="0" sldId="258"/>
            <ac:spMk id="226" creationId="{00000000-0000-0000-0000-000000000000}"/>
          </ac:spMkLst>
        </pc:spChg>
        <pc:spChg chg="mod">
          <ac:chgData name="Leandro Ribeiro" userId="a06849e386f6b441" providerId="LiveId" clId="{191D38E6-6771-449E-89C1-718F5BB3E49E}" dt="2025-01-15T19:11:21.123" v="2358" actId="1076"/>
          <ac:spMkLst>
            <pc:docMk/>
            <pc:sldMk cId="0" sldId="258"/>
            <ac:spMk id="228" creationId="{00000000-0000-0000-0000-000000000000}"/>
          </ac:spMkLst>
        </pc:spChg>
        <pc:spChg chg="mod">
          <ac:chgData name="Leandro Ribeiro" userId="a06849e386f6b441" providerId="LiveId" clId="{191D38E6-6771-449E-89C1-718F5BB3E49E}" dt="2025-01-15T19:11:09.875" v="2356" actId="1076"/>
          <ac:spMkLst>
            <pc:docMk/>
            <pc:sldMk cId="0" sldId="258"/>
            <ac:spMk id="230" creationId="{00000000-0000-0000-0000-000000000000}"/>
          </ac:spMkLst>
        </pc:spChg>
        <pc:spChg chg="mod">
          <ac:chgData name="Leandro Ribeiro" userId="a06849e386f6b441" providerId="LiveId" clId="{191D38E6-6771-449E-89C1-718F5BB3E49E}" dt="2025-01-15T19:11:16.347" v="2357" actId="1076"/>
          <ac:spMkLst>
            <pc:docMk/>
            <pc:sldMk cId="0" sldId="258"/>
            <ac:spMk id="231" creationId="{00000000-0000-0000-0000-000000000000}"/>
          </ac:spMkLst>
        </pc:spChg>
        <pc:spChg chg="mod">
          <ac:chgData name="Leandro Ribeiro" userId="a06849e386f6b441" providerId="LiveId" clId="{191D38E6-6771-449E-89C1-718F5BB3E49E}" dt="2025-01-15T19:11:37.521" v="2363" actId="14100"/>
          <ac:spMkLst>
            <pc:docMk/>
            <pc:sldMk cId="0" sldId="258"/>
            <ac:spMk id="232" creationId="{00000000-0000-0000-0000-000000000000}"/>
          </ac:spMkLst>
        </pc:spChg>
        <pc:spChg chg="mod">
          <ac:chgData name="Leandro Ribeiro" userId="a06849e386f6b441" providerId="LiveId" clId="{191D38E6-6771-449E-89C1-718F5BB3E49E}" dt="2025-01-15T19:11:26.675" v="2359" actId="1076"/>
          <ac:spMkLst>
            <pc:docMk/>
            <pc:sldMk cId="0" sldId="258"/>
            <ac:spMk id="233" creationId="{00000000-0000-0000-0000-000000000000}"/>
          </ac:spMkLst>
        </pc:spChg>
      </pc:sldChg>
      <pc:sldChg chg="del ord modNotes">
        <pc:chgData name="Leandro Ribeiro" userId="a06849e386f6b441" providerId="LiveId" clId="{191D38E6-6771-449E-89C1-718F5BB3E49E}" dt="2025-01-16T22:42:08.289" v="6004" actId="47"/>
        <pc:sldMkLst>
          <pc:docMk/>
          <pc:sldMk cId="0" sldId="259"/>
        </pc:sldMkLst>
      </pc:sldChg>
      <pc:sldChg chg="del ord modNotes">
        <pc:chgData name="Leandro Ribeiro" userId="a06849e386f6b441" providerId="LiveId" clId="{191D38E6-6771-449E-89C1-718F5BB3E49E}" dt="2025-01-16T22:42:09.057" v="6005" actId="47"/>
        <pc:sldMkLst>
          <pc:docMk/>
          <pc:sldMk cId="0" sldId="260"/>
        </pc:sldMkLst>
      </pc:sldChg>
      <pc:sldChg chg="modSp mod">
        <pc:chgData name="Leandro Ribeiro" userId="a06849e386f6b441" providerId="LiveId" clId="{191D38E6-6771-449E-89C1-718F5BB3E49E}" dt="2025-01-15T18:45:43.203" v="1828" actId="20577"/>
        <pc:sldMkLst>
          <pc:docMk/>
          <pc:sldMk cId="0" sldId="261"/>
        </pc:sldMkLst>
        <pc:spChg chg="mod">
          <ac:chgData name="Leandro Ribeiro" userId="a06849e386f6b441" providerId="LiveId" clId="{191D38E6-6771-449E-89C1-718F5BB3E49E}" dt="2025-01-15T18:45:43.203" v="1828" actId="20577"/>
          <ac:spMkLst>
            <pc:docMk/>
            <pc:sldMk cId="0" sldId="261"/>
            <ac:spMk id="260" creationId="{00000000-0000-0000-0000-000000000000}"/>
          </ac:spMkLst>
        </pc:spChg>
      </pc:sldChg>
      <pc:sldChg chg="del ord">
        <pc:chgData name="Leandro Ribeiro" userId="a06849e386f6b441" providerId="LiveId" clId="{191D38E6-6771-449E-89C1-718F5BB3E49E}" dt="2025-01-16T22:42:07.292" v="6003" actId="47"/>
        <pc:sldMkLst>
          <pc:docMk/>
          <pc:sldMk cId="0" sldId="262"/>
        </pc:sldMkLst>
      </pc:sldChg>
      <pc:sldChg chg="addSp delSp modSp mod ord modNotes modNotesTx">
        <pc:chgData name="Leandro Ribeiro" userId="a06849e386f6b441" providerId="LiveId" clId="{191D38E6-6771-449E-89C1-718F5BB3E49E}" dt="2025-01-16T23:13:20.903" v="6294" actId="20577"/>
        <pc:sldMkLst>
          <pc:docMk/>
          <pc:sldMk cId="0" sldId="263"/>
        </pc:sldMkLst>
        <pc:spChg chg="add mod">
          <ac:chgData name="Leandro Ribeiro" userId="a06849e386f6b441" providerId="LiveId" clId="{191D38E6-6771-449E-89C1-718F5BB3E49E}" dt="2025-01-15T17:07:56.786" v="577" actId="1076"/>
          <ac:spMkLst>
            <pc:docMk/>
            <pc:sldMk cId="0" sldId="263"/>
            <ac:spMk id="17" creationId="{A7991B7D-819B-A912-8E2D-94BE73ADA1D5}"/>
          </ac:spMkLst>
        </pc:spChg>
        <pc:spChg chg="add mod">
          <ac:chgData name="Leandro Ribeiro" userId="a06849e386f6b441" providerId="LiveId" clId="{191D38E6-6771-449E-89C1-718F5BB3E49E}" dt="2025-01-15T17:08:38.131" v="637" actId="1037"/>
          <ac:spMkLst>
            <pc:docMk/>
            <pc:sldMk cId="0" sldId="263"/>
            <ac:spMk id="18" creationId="{CF79AB4A-EF4C-8A3C-F065-1E67DF89D279}"/>
          </ac:spMkLst>
        </pc:spChg>
        <pc:spChg chg="add mod">
          <ac:chgData name="Leandro Ribeiro" userId="a06849e386f6b441" providerId="LiveId" clId="{191D38E6-6771-449E-89C1-718F5BB3E49E}" dt="2025-01-15T17:08:01.470" v="579" actId="1076"/>
          <ac:spMkLst>
            <pc:docMk/>
            <pc:sldMk cId="0" sldId="263"/>
            <ac:spMk id="19" creationId="{F5DF3C1D-5B97-DF49-3926-FF596BD02EFF}"/>
          </ac:spMkLst>
        </pc:spChg>
        <pc:spChg chg="add mod">
          <ac:chgData name="Leandro Ribeiro" userId="a06849e386f6b441" providerId="LiveId" clId="{191D38E6-6771-449E-89C1-718F5BB3E49E}" dt="2025-01-15T17:10:35.250" v="823" actId="1037"/>
          <ac:spMkLst>
            <pc:docMk/>
            <pc:sldMk cId="0" sldId="263"/>
            <ac:spMk id="20" creationId="{1D107C5C-91C0-E25A-327C-D9E701CCF947}"/>
          </ac:spMkLst>
        </pc:spChg>
        <pc:spChg chg="add mod">
          <ac:chgData name="Leandro Ribeiro" userId="a06849e386f6b441" providerId="LiveId" clId="{191D38E6-6771-449E-89C1-718F5BB3E49E}" dt="2025-01-15T17:10:32.588" v="818" actId="1037"/>
          <ac:spMkLst>
            <pc:docMk/>
            <pc:sldMk cId="0" sldId="263"/>
            <ac:spMk id="21" creationId="{40F8A075-BA34-BD2F-BB10-AEAEC2D40B4D}"/>
          </ac:spMkLst>
        </pc:spChg>
        <pc:spChg chg="add mod">
          <ac:chgData name="Leandro Ribeiro" userId="a06849e386f6b441" providerId="LiveId" clId="{191D38E6-6771-449E-89C1-718F5BB3E49E}" dt="2025-01-15T17:10:36.658" v="826" actId="1037"/>
          <ac:spMkLst>
            <pc:docMk/>
            <pc:sldMk cId="0" sldId="263"/>
            <ac:spMk id="22" creationId="{D4E9F06A-260B-35AF-1227-8D5D53D251D3}"/>
          </ac:spMkLst>
        </pc:spChg>
        <pc:spChg chg="mod">
          <ac:chgData name="Leandro Ribeiro" userId="a06849e386f6b441" providerId="LiveId" clId="{191D38E6-6771-449E-89C1-718F5BB3E49E}" dt="2025-01-16T22:56:25.295" v="6149" actId="255"/>
          <ac:spMkLst>
            <pc:docMk/>
            <pc:sldMk cId="0" sldId="263"/>
            <ac:spMk id="297" creationId="{00000000-0000-0000-0000-000000000000}"/>
          </ac:spMkLst>
        </pc:spChg>
        <pc:picChg chg="add mod">
          <ac:chgData name="Leandro Ribeiro" userId="a06849e386f6b441" providerId="LiveId" clId="{191D38E6-6771-449E-89C1-718F5BB3E49E}" dt="2025-01-15T17:15:15.269" v="864" actId="1076"/>
          <ac:picMkLst>
            <pc:docMk/>
            <pc:sldMk cId="0" sldId="263"/>
            <ac:picMk id="24" creationId="{ECF453A5-823E-3E4B-334F-B80303AF15DA}"/>
          </ac:picMkLst>
        </pc:picChg>
      </pc:sldChg>
      <pc:sldChg chg="del ord modNotes">
        <pc:chgData name="Leandro Ribeiro" userId="a06849e386f6b441" providerId="LiveId" clId="{191D38E6-6771-449E-89C1-718F5BB3E49E}" dt="2025-01-16T22:42:10.660" v="6007" actId="47"/>
        <pc:sldMkLst>
          <pc:docMk/>
          <pc:sldMk cId="0" sldId="264"/>
        </pc:sldMkLst>
      </pc:sldChg>
      <pc:sldChg chg="del ord modNotes">
        <pc:chgData name="Leandro Ribeiro" userId="a06849e386f6b441" providerId="LiveId" clId="{191D38E6-6771-449E-89C1-718F5BB3E49E}" dt="2025-01-16T22:42:06.282" v="6002" actId="47"/>
        <pc:sldMkLst>
          <pc:docMk/>
          <pc:sldMk cId="0" sldId="265"/>
        </pc:sldMkLst>
      </pc:sldChg>
      <pc:sldChg chg="modSp mod modNotesTx">
        <pc:chgData name="Leandro Ribeiro" userId="a06849e386f6b441" providerId="LiveId" clId="{191D38E6-6771-449E-89C1-718F5BB3E49E}" dt="2025-01-17T15:23:36.716" v="6622" actId="20577"/>
        <pc:sldMkLst>
          <pc:docMk/>
          <pc:sldMk cId="0" sldId="266"/>
        </pc:sldMkLst>
        <pc:spChg chg="mod">
          <ac:chgData name="Leandro Ribeiro" userId="a06849e386f6b441" providerId="LiveId" clId="{191D38E6-6771-449E-89C1-718F5BB3E49E}" dt="2025-01-15T17:09:51.400" v="814" actId="1076"/>
          <ac:spMkLst>
            <pc:docMk/>
            <pc:sldMk cId="0" sldId="266"/>
            <ac:spMk id="329" creationId="{00000000-0000-0000-0000-000000000000}"/>
          </ac:spMkLst>
        </pc:spChg>
      </pc:sldChg>
      <pc:sldChg chg="del">
        <pc:chgData name="Leandro Ribeiro" userId="a06849e386f6b441" providerId="LiveId" clId="{191D38E6-6771-449E-89C1-718F5BB3E49E}" dt="2025-01-16T22:42:09.876" v="6006" actId="47"/>
        <pc:sldMkLst>
          <pc:docMk/>
          <pc:sldMk cId="0" sldId="267"/>
        </pc:sldMkLst>
      </pc:sldChg>
      <pc:sldChg chg="del">
        <pc:chgData name="Leandro Ribeiro" userId="a06849e386f6b441" providerId="LiveId" clId="{191D38E6-6771-449E-89C1-718F5BB3E49E}" dt="2025-01-16T22:42:11.356" v="6008" actId="47"/>
        <pc:sldMkLst>
          <pc:docMk/>
          <pc:sldMk cId="0" sldId="268"/>
        </pc:sldMkLst>
      </pc:sldChg>
      <pc:sldChg chg="del">
        <pc:chgData name="Leandro Ribeiro" userId="a06849e386f6b441" providerId="LiveId" clId="{191D38E6-6771-449E-89C1-718F5BB3E49E}" dt="2025-01-16T22:42:11.974" v="6009" actId="47"/>
        <pc:sldMkLst>
          <pc:docMk/>
          <pc:sldMk cId="0" sldId="269"/>
        </pc:sldMkLst>
      </pc:sldChg>
      <pc:sldChg chg="addSp delSp modSp mod ord">
        <pc:chgData name="Leandro Ribeiro" userId="a06849e386f6b441" providerId="LiveId" clId="{191D38E6-6771-449E-89C1-718F5BB3E49E}" dt="2025-01-17T14:58:38.986" v="6609" actId="1076"/>
        <pc:sldMkLst>
          <pc:docMk/>
          <pc:sldMk cId="0" sldId="270"/>
        </pc:sldMkLst>
        <pc:spChg chg="add mod">
          <ac:chgData name="Leandro Ribeiro" userId="a06849e386f6b441" providerId="LiveId" clId="{191D38E6-6771-449E-89C1-718F5BB3E49E}" dt="2025-01-17T14:58:38.986" v="6609" actId="1076"/>
          <ac:spMkLst>
            <pc:docMk/>
            <pc:sldMk cId="0" sldId="270"/>
            <ac:spMk id="4" creationId="{0DA4E881-9A35-FF21-0549-D00051EAC7BF}"/>
          </ac:spMkLst>
        </pc:spChg>
        <pc:spChg chg="add mod">
          <ac:chgData name="Leandro Ribeiro" userId="a06849e386f6b441" providerId="LiveId" clId="{191D38E6-6771-449E-89C1-718F5BB3E49E}" dt="2025-01-17T14:58:36.574" v="6608" actId="14100"/>
          <ac:spMkLst>
            <pc:docMk/>
            <pc:sldMk cId="0" sldId="270"/>
            <ac:spMk id="5" creationId="{262AA274-9F25-5691-B2AA-4FF874D44C7F}"/>
          </ac:spMkLst>
        </pc:spChg>
        <pc:grpChg chg="mod">
          <ac:chgData name="Leandro Ribeiro" userId="a06849e386f6b441" providerId="LiveId" clId="{191D38E6-6771-449E-89C1-718F5BB3E49E}" dt="2025-01-15T19:13:33.541" v="2396" actId="1076"/>
          <ac:grpSpMkLst>
            <pc:docMk/>
            <pc:sldMk cId="0" sldId="270"/>
            <ac:grpSpMk id="382" creationId="{00000000-0000-0000-0000-000000000000}"/>
          </ac:grpSpMkLst>
        </pc:grpChg>
      </pc:sldChg>
      <pc:sldChg chg="del">
        <pc:chgData name="Leandro Ribeiro" userId="a06849e386f6b441" providerId="LiveId" clId="{191D38E6-6771-449E-89C1-718F5BB3E49E}" dt="2025-01-16T23:00:33.809" v="6223" actId="47"/>
        <pc:sldMkLst>
          <pc:docMk/>
          <pc:sldMk cId="0" sldId="271"/>
        </pc:sldMkLst>
      </pc:sldChg>
      <pc:sldChg chg="addSp modSp mod modAnim modNotesTx">
        <pc:chgData name="Leandro Ribeiro" userId="a06849e386f6b441" providerId="LiveId" clId="{191D38E6-6771-449E-89C1-718F5BB3E49E}" dt="2025-01-17T15:25:07.745" v="6631"/>
        <pc:sldMkLst>
          <pc:docMk/>
          <pc:sldMk cId="0" sldId="272"/>
        </pc:sldMkLst>
        <pc:spChg chg="add mod">
          <ac:chgData name="Leandro Ribeiro" userId="a06849e386f6b441" providerId="LiveId" clId="{191D38E6-6771-449E-89C1-718F5BB3E49E}" dt="2025-01-17T09:36:46.062" v="6547" actId="1035"/>
          <ac:spMkLst>
            <pc:docMk/>
            <pc:sldMk cId="0" sldId="272"/>
            <ac:spMk id="2" creationId="{74902975-DD51-878A-ECC8-D0A0B62F2FBF}"/>
          </ac:spMkLst>
        </pc:spChg>
        <pc:spChg chg="add mod">
          <ac:chgData name="Leandro Ribeiro" userId="a06849e386f6b441" providerId="LiveId" clId="{191D38E6-6771-449E-89C1-718F5BB3E49E}" dt="2025-01-17T09:36:56.649" v="6549" actId="1076"/>
          <ac:spMkLst>
            <pc:docMk/>
            <pc:sldMk cId="0" sldId="272"/>
            <ac:spMk id="6" creationId="{A00E4744-3884-DAF4-3CFD-01D9C8C4B90B}"/>
          </ac:spMkLst>
        </pc:spChg>
        <pc:spChg chg="add mod">
          <ac:chgData name="Leandro Ribeiro" userId="a06849e386f6b441" providerId="LiveId" clId="{191D38E6-6771-449E-89C1-718F5BB3E49E}" dt="2025-01-17T09:37:08.313" v="6556" actId="1035"/>
          <ac:spMkLst>
            <pc:docMk/>
            <pc:sldMk cId="0" sldId="272"/>
            <ac:spMk id="7" creationId="{0E102EAF-540D-2E03-558F-5910DDDC0C08}"/>
          </ac:spMkLst>
        </pc:spChg>
        <pc:spChg chg="add mod">
          <ac:chgData name="Leandro Ribeiro" userId="a06849e386f6b441" providerId="LiveId" clId="{191D38E6-6771-449E-89C1-718F5BB3E49E}" dt="2025-01-17T09:37:25.272" v="6558" actId="1076"/>
          <ac:spMkLst>
            <pc:docMk/>
            <pc:sldMk cId="0" sldId="272"/>
            <ac:spMk id="8" creationId="{C57E1594-0975-EBDF-6D2D-4384862BE453}"/>
          </ac:spMkLst>
        </pc:spChg>
        <pc:spChg chg="add mod">
          <ac:chgData name="Leandro Ribeiro" userId="a06849e386f6b441" providerId="LiveId" clId="{191D38E6-6771-449E-89C1-718F5BB3E49E}" dt="2025-01-17T09:37:42.848" v="6560" actId="1076"/>
          <ac:spMkLst>
            <pc:docMk/>
            <pc:sldMk cId="0" sldId="272"/>
            <ac:spMk id="9" creationId="{B1733861-BD99-0729-BC8B-97426946C99C}"/>
          </ac:spMkLst>
        </pc:spChg>
        <pc:graphicFrameChg chg="modGraphic">
          <ac:chgData name="Leandro Ribeiro" userId="a06849e386f6b441" providerId="LiveId" clId="{191D38E6-6771-449E-89C1-718F5BB3E49E}" dt="2025-01-17T09:36:08.840" v="6535" actId="207"/>
          <ac:graphicFrameMkLst>
            <pc:docMk/>
            <pc:sldMk cId="0" sldId="272"/>
            <ac:graphicFrameMk id="3" creationId="{C380E581-12D2-43DE-0F72-7E4575F9D33A}"/>
          </ac:graphicFrameMkLst>
        </pc:graphicFrameChg>
        <pc:graphicFrameChg chg="modGraphic">
          <ac:chgData name="Leandro Ribeiro" userId="a06849e386f6b441" providerId="LiveId" clId="{191D38E6-6771-449E-89C1-718F5BB3E49E}" dt="2025-01-17T09:36:05.294" v="6534" actId="207"/>
          <ac:graphicFrameMkLst>
            <pc:docMk/>
            <pc:sldMk cId="0" sldId="272"/>
            <ac:graphicFrameMk id="409" creationId="{00000000-0000-0000-0000-000000000000}"/>
          </ac:graphicFrameMkLst>
        </pc:graphicFrameChg>
      </pc:sldChg>
      <pc:sldChg chg="del">
        <pc:chgData name="Leandro Ribeiro" userId="a06849e386f6b441" providerId="LiveId" clId="{191D38E6-6771-449E-89C1-718F5BB3E49E}" dt="2025-01-16T23:00:35.205" v="6224" actId="47"/>
        <pc:sldMkLst>
          <pc:docMk/>
          <pc:sldMk cId="0" sldId="273"/>
        </pc:sldMkLst>
      </pc:sldChg>
      <pc:sldChg chg="del">
        <pc:chgData name="Leandro Ribeiro" userId="a06849e386f6b441" providerId="LiveId" clId="{191D38E6-6771-449E-89C1-718F5BB3E49E}" dt="2025-01-16T23:00:35.992" v="6225" actId="47"/>
        <pc:sldMkLst>
          <pc:docMk/>
          <pc:sldMk cId="0" sldId="274"/>
        </pc:sldMkLst>
      </pc:sldChg>
      <pc:sldChg chg="delSp modSp del mod ord">
        <pc:chgData name="Leandro Ribeiro" userId="a06849e386f6b441" providerId="LiveId" clId="{191D38E6-6771-449E-89C1-718F5BB3E49E}" dt="2025-01-16T23:01:05.506" v="6242" actId="47"/>
        <pc:sldMkLst>
          <pc:docMk/>
          <pc:sldMk cId="0" sldId="275"/>
        </pc:sldMkLst>
      </pc:sldChg>
      <pc:sldChg chg="del">
        <pc:chgData name="Leandro Ribeiro" userId="a06849e386f6b441" providerId="LiveId" clId="{191D38E6-6771-449E-89C1-718F5BB3E49E}" dt="2025-01-16T23:00:39.751" v="6226" actId="47"/>
        <pc:sldMkLst>
          <pc:docMk/>
          <pc:sldMk cId="0" sldId="276"/>
        </pc:sldMkLst>
      </pc:sldChg>
      <pc:sldChg chg="del">
        <pc:chgData name="Leandro Ribeiro" userId="a06849e386f6b441" providerId="LiveId" clId="{191D38E6-6771-449E-89C1-718F5BB3E49E}" dt="2025-01-16T22:42:27.717" v="6013" actId="47"/>
        <pc:sldMkLst>
          <pc:docMk/>
          <pc:sldMk cId="0" sldId="277"/>
        </pc:sldMkLst>
      </pc:sldChg>
      <pc:sldChg chg="del">
        <pc:chgData name="Leandro Ribeiro" userId="a06849e386f6b441" providerId="LiveId" clId="{191D38E6-6771-449E-89C1-718F5BB3E49E}" dt="2025-01-16T22:42:23.929" v="6011" actId="47"/>
        <pc:sldMkLst>
          <pc:docMk/>
          <pc:sldMk cId="0" sldId="278"/>
        </pc:sldMkLst>
      </pc:sldChg>
      <pc:sldChg chg="del">
        <pc:chgData name="Leandro Ribeiro" userId="a06849e386f6b441" providerId="LiveId" clId="{191D38E6-6771-449E-89C1-718F5BB3E49E}" dt="2025-01-16T22:42:24.609" v="6012" actId="47"/>
        <pc:sldMkLst>
          <pc:docMk/>
          <pc:sldMk cId="0" sldId="279"/>
        </pc:sldMkLst>
      </pc:sldChg>
      <pc:sldChg chg="del">
        <pc:chgData name="Leandro Ribeiro" userId="a06849e386f6b441" providerId="LiveId" clId="{191D38E6-6771-449E-89C1-718F5BB3E49E}" dt="2025-01-16T23:00:41.025" v="6227" actId="47"/>
        <pc:sldMkLst>
          <pc:docMk/>
          <pc:sldMk cId="0" sldId="280"/>
        </pc:sldMkLst>
      </pc:sldChg>
      <pc:sldChg chg="del">
        <pc:chgData name="Leandro Ribeiro" userId="a06849e386f6b441" providerId="LiveId" clId="{191D38E6-6771-449E-89C1-718F5BB3E49E}" dt="2025-01-16T23:00:41.825" v="6228" actId="47"/>
        <pc:sldMkLst>
          <pc:docMk/>
          <pc:sldMk cId="0" sldId="281"/>
        </pc:sldMkLst>
      </pc:sldChg>
      <pc:sldChg chg="del">
        <pc:chgData name="Leandro Ribeiro" userId="a06849e386f6b441" providerId="LiveId" clId="{191D38E6-6771-449E-89C1-718F5BB3E49E}" dt="2025-01-16T23:00:42.814" v="6229" actId="47"/>
        <pc:sldMkLst>
          <pc:docMk/>
          <pc:sldMk cId="0" sldId="282"/>
        </pc:sldMkLst>
      </pc:sldChg>
      <pc:sldChg chg="del">
        <pc:chgData name="Leandro Ribeiro" userId="a06849e386f6b441" providerId="LiveId" clId="{191D38E6-6771-449E-89C1-718F5BB3E49E}" dt="2025-01-16T23:00:43.764" v="6230" actId="47"/>
        <pc:sldMkLst>
          <pc:docMk/>
          <pc:sldMk cId="0" sldId="283"/>
        </pc:sldMkLst>
      </pc:sldChg>
      <pc:sldChg chg="del">
        <pc:chgData name="Leandro Ribeiro" userId="a06849e386f6b441" providerId="LiveId" clId="{191D38E6-6771-449E-89C1-718F5BB3E49E}" dt="2025-01-16T23:00:44.532" v="6231" actId="47"/>
        <pc:sldMkLst>
          <pc:docMk/>
          <pc:sldMk cId="0" sldId="284"/>
        </pc:sldMkLst>
      </pc:sldChg>
      <pc:sldChg chg="del">
        <pc:chgData name="Leandro Ribeiro" userId="a06849e386f6b441" providerId="LiveId" clId="{191D38E6-6771-449E-89C1-718F5BB3E49E}" dt="2025-01-16T23:00:45.264" v="6232" actId="47"/>
        <pc:sldMkLst>
          <pc:docMk/>
          <pc:sldMk cId="0" sldId="285"/>
        </pc:sldMkLst>
      </pc:sldChg>
      <pc:sldChg chg="del">
        <pc:chgData name="Leandro Ribeiro" userId="a06849e386f6b441" providerId="LiveId" clId="{191D38E6-6771-449E-89C1-718F5BB3E49E}" dt="2025-01-16T23:00:46.020" v="6233" actId="47"/>
        <pc:sldMkLst>
          <pc:docMk/>
          <pc:sldMk cId="0" sldId="286"/>
        </pc:sldMkLst>
      </pc:sldChg>
      <pc:sldChg chg="del">
        <pc:chgData name="Leandro Ribeiro" userId="a06849e386f6b441" providerId="LiveId" clId="{191D38E6-6771-449E-89C1-718F5BB3E49E}" dt="2025-01-16T23:00:46.923" v="6234" actId="47"/>
        <pc:sldMkLst>
          <pc:docMk/>
          <pc:sldMk cId="0" sldId="287"/>
        </pc:sldMkLst>
      </pc:sldChg>
      <pc:sldChg chg="del">
        <pc:chgData name="Leandro Ribeiro" userId="a06849e386f6b441" providerId="LiveId" clId="{191D38E6-6771-449E-89C1-718F5BB3E49E}" dt="2025-01-16T23:00:47.732" v="6235" actId="47"/>
        <pc:sldMkLst>
          <pc:docMk/>
          <pc:sldMk cId="0" sldId="288"/>
        </pc:sldMkLst>
      </pc:sldChg>
      <pc:sldChg chg="del">
        <pc:chgData name="Leandro Ribeiro" userId="a06849e386f6b441" providerId="LiveId" clId="{191D38E6-6771-449E-89C1-718F5BB3E49E}" dt="2025-01-16T23:00:48.526" v="6236" actId="47"/>
        <pc:sldMkLst>
          <pc:docMk/>
          <pc:sldMk cId="0" sldId="289"/>
        </pc:sldMkLst>
      </pc:sldChg>
      <pc:sldChg chg="del">
        <pc:chgData name="Leandro Ribeiro" userId="a06849e386f6b441" providerId="LiveId" clId="{191D38E6-6771-449E-89C1-718F5BB3E49E}" dt="2025-01-16T23:00:49.184" v="6237" actId="47"/>
        <pc:sldMkLst>
          <pc:docMk/>
          <pc:sldMk cId="0" sldId="290"/>
        </pc:sldMkLst>
      </pc:sldChg>
      <pc:sldChg chg="del">
        <pc:chgData name="Leandro Ribeiro" userId="a06849e386f6b441" providerId="LiveId" clId="{191D38E6-6771-449E-89C1-718F5BB3E49E}" dt="2025-01-16T23:00:49.639" v="6238" actId="47"/>
        <pc:sldMkLst>
          <pc:docMk/>
          <pc:sldMk cId="0" sldId="291"/>
        </pc:sldMkLst>
      </pc:sldChg>
      <pc:sldChg chg="del">
        <pc:chgData name="Leandro Ribeiro" userId="a06849e386f6b441" providerId="LiveId" clId="{191D38E6-6771-449E-89C1-718F5BB3E49E}" dt="2025-01-16T23:00:50.078" v="6239" actId="47"/>
        <pc:sldMkLst>
          <pc:docMk/>
          <pc:sldMk cId="0" sldId="292"/>
        </pc:sldMkLst>
      </pc:sldChg>
      <pc:sldChg chg="del">
        <pc:chgData name="Leandro Ribeiro" userId="a06849e386f6b441" providerId="LiveId" clId="{191D38E6-6771-449E-89C1-718F5BB3E49E}" dt="2025-01-16T23:00:50.799" v="6240" actId="47"/>
        <pc:sldMkLst>
          <pc:docMk/>
          <pc:sldMk cId="0" sldId="293"/>
        </pc:sldMkLst>
      </pc:sldChg>
      <pc:sldChg chg="del">
        <pc:chgData name="Leandro Ribeiro" userId="a06849e386f6b441" providerId="LiveId" clId="{191D38E6-6771-449E-89C1-718F5BB3E49E}" dt="2025-01-16T23:00:51.470" v="6241" actId="47"/>
        <pc:sldMkLst>
          <pc:docMk/>
          <pc:sldMk cId="0" sldId="294"/>
        </pc:sldMkLst>
      </pc:sldChg>
      <pc:sldChg chg="del">
        <pc:chgData name="Leandro Ribeiro" userId="a06849e386f6b441" providerId="LiveId" clId="{191D38E6-6771-449E-89C1-718F5BB3E49E}" dt="2025-01-16T22:42:18.079" v="6010" actId="47"/>
        <pc:sldMkLst>
          <pc:docMk/>
          <pc:sldMk cId="0" sldId="295"/>
        </pc:sldMkLst>
      </pc:sldChg>
      <pc:sldChg chg="modSp add mod ord">
        <pc:chgData name="Leandro Ribeiro" userId="a06849e386f6b441" providerId="LiveId" clId="{191D38E6-6771-449E-89C1-718F5BB3E49E}" dt="2025-01-15T19:09:25.703" v="2287" actId="20577"/>
        <pc:sldMkLst>
          <pc:docMk/>
          <pc:sldMk cId="158582220" sldId="296"/>
        </pc:sldMkLst>
        <pc:spChg chg="mod">
          <ac:chgData name="Leandro Ribeiro" userId="a06849e386f6b441" providerId="LiveId" clId="{191D38E6-6771-449E-89C1-718F5BB3E49E}" dt="2025-01-15T19:09:25.703" v="2287" actId="20577"/>
          <ac:spMkLst>
            <pc:docMk/>
            <pc:sldMk cId="158582220" sldId="296"/>
            <ac:spMk id="260" creationId="{A75D378C-6C5E-B705-A810-AD295463FB27}"/>
          </ac:spMkLst>
        </pc:spChg>
        <pc:spChg chg="mod">
          <ac:chgData name="Leandro Ribeiro" userId="a06849e386f6b441" providerId="LiveId" clId="{191D38E6-6771-449E-89C1-718F5BB3E49E}" dt="2025-01-15T16:40:56.717" v="207" actId="20577"/>
          <ac:spMkLst>
            <pc:docMk/>
            <pc:sldMk cId="158582220" sldId="296"/>
            <ac:spMk id="261" creationId="{C96D8266-5BA4-B6EA-350F-A6022BFABC84}"/>
          </ac:spMkLst>
        </pc:spChg>
      </pc:sldChg>
      <pc:sldChg chg="addSp delSp modSp add mod ord modNotesTx">
        <pc:chgData name="Leandro Ribeiro" userId="a06849e386f6b441" providerId="LiveId" clId="{191D38E6-6771-449E-89C1-718F5BB3E49E}" dt="2025-01-16T23:13:40.357" v="6298" actId="20577"/>
        <pc:sldMkLst>
          <pc:docMk/>
          <pc:sldMk cId="1640781997" sldId="297"/>
        </pc:sldMkLst>
        <pc:spChg chg="add mod">
          <ac:chgData name="Leandro Ribeiro" userId="a06849e386f6b441" providerId="LiveId" clId="{191D38E6-6771-449E-89C1-718F5BB3E49E}" dt="2025-01-15T18:36:11.011" v="1660" actId="1076"/>
          <ac:spMkLst>
            <pc:docMk/>
            <pc:sldMk cId="1640781997" sldId="297"/>
            <ac:spMk id="5" creationId="{FCE992FE-32E7-1B25-F12A-A01C0B3B4DEC}"/>
          </ac:spMkLst>
        </pc:spChg>
        <pc:spChg chg="mod">
          <ac:chgData name="Leandro Ribeiro" userId="a06849e386f6b441" providerId="LiveId" clId="{191D38E6-6771-449E-89C1-718F5BB3E49E}" dt="2025-01-15T17:34:33.393" v="1068"/>
          <ac:spMkLst>
            <pc:docMk/>
            <pc:sldMk cId="1640781997" sldId="297"/>
            <ac:spMk id="9" creationId="{A91367E1-CDE8-AB8B-17EC-9D8E20387FF8}"/>
          </ac:spMkLst>
        </pc:spChg>
        <pc:spChg chg="mod">
          <ac:chgData name="Leandro Ribeiro" userId="a06849e386f6b441" providerId="LiveId" clId="{191D38E6-6771-449E-89C1-718F5BB3E49E}" dt="2025-01-15T18:32:54.219" v="1638" actId="1076"/>
          <ac:spMkLst>
            <pc:docMk/>
            <pc:sldMk cId="1640781997" sldId="297"/>
            <ac:spMk id="10" creationId="{2EDA3089-406D-2470-CA1F-DE8801FE0E7F}"/>
          </ac:spMkLst>
        </pc:spChg>
        <pc:spChg chg="add mod">
          <ac:chgData name="Leandro Ribeiro" userId="a06849e386f6b441" providerId="LiveId" clId="{191D38E6-6771-449E-89C1-718F5BB3E49E}" dt="2025-01-15T17:36:35.519" v="1117" actId="207"/>
          <ac:spMkLst>
            <pc:docMk/>
            <pc:sldMk cId="1640781997" sldId="297"/>
            <ac:spMk id="14" creationId="{EBCDF923-BC3E-321B-B35D-A3D9AB4E5876}"/>
          </ac:spMkLst>
        </pc:spChg>
        <pc:spChg chg="add mod">
          <ac:chgData name="Leandro Ribeiro" userId="a06849e386f6b441" providerId="LiveId" clId="{191D38E6-6771-449E-89C1-718F5BB3E49E}" dt="2025-01-15T17:36:26.511" v="1116" actId="164"/>
          <ac:spMkLst>
            <pc:docMk/>
            <pc:sldMk cId="1640781997" sldId="297"/>
            <ac:spMk id="15" creationId="{995498AE-72FD-FAFE-805E-08D3BB221869}"/>
          </ac:spMkLst>
        </pc:spChg>
        <pc:spChg chg="add mod">
          <ac:chgData name="Leandro Ribeiro" userId="a06849e386f6b441" providerId="LiveId" clId="{191D38E6-6771-449E-89C1-718F5BB3E49E}" dt="2025-01-15T18:34:00.841" v="1650" actId="20577"/>
          <ac:spMkLst>
            <pc:docMk/>
            <pc:sldMk cId="1640781997" sldId="297"/>
            <ac:spMk id="38" creationId="{E01F0CE1-3A6E-655F-20C9-8D30915E54D7}"/>
          </ac:spMkLst>
        </pc:spChg>
        <pc:spChg chg="add mod">
          <ac:chgData name="Leandro Ribeiro" userId="a06849e386f6b441" providerId="LiveId" clId="{191D38E6-6771-449E-89C1-718F5BB3E49E}" dt="2025-01-15T18:34:07.321" v="1651" actId="1076"/>
          <ac:spMkLst>
            <pc:docMk/>
            <pc:sldMk cId="1640781997" sldId="297"/>
            <ac:spMk id="39" creationId="{278B878A-3D7A-2AA2-1CA6-2AAC454876AC}"/>
          </ac:spMkLst>
        </pc:spChg>
        <pc:spChg chg="add mod">
          <ac:chgData name="Leandro Ribeiro" userId="a06849e386f6b441" providerId="LiveId" clId="{191D38E6-6771-449E-89C1-718F5BB3E49E}" dt="2025-01-15T18:33:37.372" v="1645" actId="14100"/>
          <ac:spMkLst>
            <pc:docMk/>
            <pc:sldMk cId="1640781997" sldId="297"/>
            <ac:spMk id="40" creationId="{47D811C1-3868-3988-FC1C-B10457D51E3A}"/>
          </ac:spMkLst>
        </pc:spChg>
        <pc:spChg chg="add mod">
          <ac:chgData name="Leandro Ribeiro" userId="a06849e386f6b441" providerId="LiveId" clId="{191D38E6-6771-449E-89C1-718F5BB3E49E}" dt="2025-01-15T18:33:48.623" v="1648" actId="1076"/>
          <ac:spMkLst>
            <pc:docMk/>
            <pc:sldMk cId="1640781997" sldId="297"/>
            <ac:spMk id="41" creationId="{209D777D-594B-A0C1-9BFA-71C38E990401}"/>
          </ac:spMkLst>
        </pc:spChg>
        <pc:spChg chg="mod">
          <ac:chgData name="Leandro Ribeiro" userId="a06849e386f6b441" providerId="LiveId" clId="{191D38E6-6771-449E-89C1-718F5BB3E49E}" dt="2025-01-16T22:59:18.947" v="6172" actId="20577"/>
          <ac:spMkLst>
            <pc:docMk/>
            <pc:sldMk cId="1640781997" sldId="297"/>
            <ac:spMk id="328" creationId="{14B214C8-E666-1E85-86E9-02754D1E0158}"/>
          </ac:spMkLst>
        </pc:spChg>
        <pc:grpChg chg="add mod">
          <ac:chgData name="Leandro Ribeiro" userId="a06849e386f6b441" providerId="LiveId" clId="{191D38E6-6771-449E-89C1-718F5BB3E49E}" dt="2025-01-15T17:36:26.511" v="1116" actId="164"/>
          <ac:grpSpMkLst>
            <pc:docMk/>
            <pc:sldMk cId="1640781997" sldId="297"/>
            <ac:grpSpMk id="8" creationId="{7BC534AF-42F8-0BBB-E942-139AA28316BF}"/>
          </ac:grpSpMkLst>
        </pc:grpChg>
        <pc:grpChg chg="add mod">
          <ac:chgData name="Leandro Ribeiro" userId="a06849e386f6b441" providerId="LiveId" clId="{191D38E6-6771-449E-89C1-718F5BB3E49E}" dt="2025-01-15T18:34:11.741" v="1652" actId="1076"/>
          <ac:grpSpMkLst>
            <pc:docMk/>
            <pc:sldMk cId="1640781997" sldId="297"/>
            <ac:grpSpMk id="18" creationId="{0D3A1740-06D5-9B79-B5DE-7F6C9BCB26C2}"/>
          </ac:grpSpMkLst>
        </pc:grpChg>
        <pc:grpChg chg="add mod">
          <ac:chgData name="Leandro Ribeiro" userId="a06849e386f6b441" providerId="LiveId" clId="{191D38E6-6771-449E-89C1-718F5BB3E49E}" dt="2025-01-15T18:33:44.985" v="1647" actId="1076"/>
          <ac:grpSpMkLst>
            <pc:docMk/>
            <pc:sldMk cId="1640781997" sldId="297"/>
            <ac:grpSpMk id="42" creationId="{D466B249-50F7-2252-29B4-1534F3475609}"/>
          </ac:grpSpMkLst>
        </pc:grpChg>
        <pc:grpChg chg="add mod">
          <ac:chgData name="Leandro Ribeiro" userId="a06849e386f6b441" providerId="LiveId" clId="{191D38E6-6771-449E-89C1-718F5BB3E49E}" dt="2025-01-15T18:33:27.032" v="1644" actId="1076"/>
          <ac:grpSpMkLst>
            <pc:docMk/>
            <pc:sldMk cId="1640781997" sldId="297"/>
            <ac:grpSpMk id="43" creationId="{4BF24D2E-930C-26D4-44CA-4D8A6D5C9DD4}"/>
          </ac:grpSpMkLst>
        </pc:grpChg>
      </pc:sldChg>
      <pc:sldChg chg="addSp delSp modSp add mod ord modNotesTx">
        <pc:chgData name="Leandro Ribeiro" userId="a06849e386f6b441" providerId="LiveId" clId="{191D38E6-6771-449E-89C1-718F5BB3E49E}" dt="2025-01-17T15:21:58.834" v="6616" actId="20577"/>
        <pc:sldMkLst>
          <pc:docMk/>
          <pc:sldMk cId="140378181" sldId="298"/>
        </pc:sldMkLst>
        <pc:spChg chg="add mod topLvl">
          <ac:chgData name="Leandro Ribeiro" userId="a06849e386f6b441" providerId="LiveId" clId="{191D38E6-6771-449E-89C1-718F5BB3E49E}" dt="2025-01-15T18:31:48.581" v="1627" actId="164"/>
          <ac:spMkLst>
            <pc:docMk/>
            <pc:sldMk cId="140378181" sldId="298"/>
            <ac:spMk id="2" creationId="{9D49200E-D050-72AC-88A7-5D28C4281468}"/>
          </ac:spMkLst>
        </pc:spChg>
        <pc:spChg chg="add mod topLvl">
          <ac:chgData name="Leandro Ribeiro" userId="a06849e386f6b441" providerId="LiveId" clId="{191D38E6-6771-449E-89C1-718F5BB3E49E}" dt="2025-01-15T18:31:48.581" v="1627" actId="164"/>
          <ac:spMkLst>
            <pc:docMk/>
            <pc:sldMk cId="140378181" sldId="298"/>
            <ac:spMk id="3" creationId="{8033B167-F858-FDF0-8342-470317EEEE78}"/>
          </ac:spMkLst>
        </pc:spChg>
        <pc:spChg chg="add mod topLvl">
          <ac:chgData name="Leandro Ribeiro" userId="a06849e386f6b441" providerId="LiveId" clId="{191D38E6-6771-449E-89C1-718F5BB3E49E}" dt="2025-01-15T18:31:48.581" v="1627" actId="164"/>
          <ac:spMkLst>
            <pc:docMk/>
            <pc:sldMk cId="140378181" sldId="298"/>
            <ac:spMk id="4" creationId="{490D9CB6-A387-D831-D158-9DFAA4BD1A20}"/>
          </ac:spMkLst>
        </pc:spChg>
        <pc:spChg chg="add mod topLvl">
          <ac:chgData name="Leandro Ribeiro" userId="a06849e386f6b441" providerId="LiveId" clId="{191D38E6-6771-449E-89C1-718F5BB3E49E}" dt="2025-01-15T18:31:48.581" v="1627" actId="164"/>
          <ac:spMkLst>
            <pc:docMk/>
            <pc:sldMk cId="140378181" sldId="298"/>
            <ac:spMk id="6" creationId="{7EB45DBD-4BBD-28A7-0041-F04B485D85D8}"/>
          </ac:spMkLst>
        </pc:spChg>
        <pc:spChg chg="add mod topLvl">
          <ac:chgData name="Leandro Ribeiro" userId="a06849e386f6b441" providerId="LiveId" clId="{191D38E6-6771-449E-89C1-718F5BB3E49E}" dt="2025-01-15T18:31:48.581" v="1627" actId="164"/>
          <ac:spMkLst>
            <pc:docMk/>
            <pc:sldMk cId="140378181" sldId="298"/>
            <ac:spMk id="7" creationId="{A6D1DEE6-0145-F1A9-1BFC-06D23BCE75E7}"/>
          </ac:spMkLst>
        </pc:spChg>
        <pc:spChg chg="add mod topLvl">
          <ac:chgData name="Leandro Ribeiro" userId="a06849e386f6b441" providerId="LiveId" clId="{191D38E6-6771-449E-89C1-718F5BB3E49E}" dt="2025-01-15T18:31:48.581" v="1627" actId="164"/>
          <ac:spMkLst>
            <pc:docMk/>
            <pc:sldMk cId="140378181" sldId="298"/>
            <ac:spMk id="11" creationId="{312C129F-73A8-FA99-B190-5FB35A56139F}"/>
          </ac:spMkLst>
        </pc:spChg>
        <pc:spChg chg="add mod topLvl">
          <ac:chgData name="Leandro Ribeiro" userId="a06849e386f6b441" providerId="LiveId" clId="{191D38E6-6771-449E-89C1-718F5BB3E49E}" dt="2025-01-15T18:31:48.581" v="1627" actId="164"/>
          <ac:spMkLst>
            <pc:docMk/>
            <pc:sldMk cId="140378181" sldId="298"/>
            <ac:spMk id="12" creationId="{D60270DE-6AD6-BF53-AC03-D5F48A03558D}"/>
          </ac:spMkLst>
        </pc:spChg>
        <pc:spChg chg="add mod topLvl">
          <ac:chgData name="Leandro Ribeiro" userId="a06849e386f6b441" providerId="LiveId" clId="{191D38E6-6771-449E-89C1-718F5BB3E49E}" dt="2025-01-15T18:31:48.581" v="1627" actId="164"/>
          <ac:spMkLst>
            <pc:docMk/>
            <pc:sldMk cId="140378181" sldId="298"/>
            <ac:spMk id="23" creationId="{C136AF0C-24EA-3D34-D55E-40931D71CD53}"/>
          </ac:spMkLst>
        </pc:spChg>
        <pc:spChg chg="add mod topLvl">
          <ac:chgData name="Leandro Ribeiro" userId="a06849e386f6b441" providerId="LiveId" clId="{191D38E6-6771-449E-89C1-718F5BB3E49E}" dt="2025-01-15T18:31:48.581" v="1627" actId="164"/>
          <ac:spMkLst>
            <pc:docMk/>
            <pc:sldMk cId="140378181" sldId="298"/>
            <ac:spMk id="24" creationId="{18BE3CE1-8FCE-0A62-E3B5-774B60C52DE5}"/>
          </ac:spMkLst>
        </pc:spChg>
        <pc:spChg chg="add mod">
          <ac:chgData name="Leandro Ribeiro" userId="a06849e386f6b441" providerId="LiveId" clId="{191D38E6-6771-449E-89C1-718F5BB3E49E}" dt="2025-01-16T22:57:07.835" v="6156" actId="1076"/>
          <ac:spMkLst>
            <pc:docMk/>
            <pc:sldMk cId="140378181" sldId="298"/>
            <ac:spMk id="45" creationId="{67CC915A-2434-4A07-EDEC-44FF37811A7B}"/>
          </ac:spMkLst>
        </pc:spChg>
        <pc:spChg chg="add mod">
          <ac:chgData name="Leandro Ribeiro" userId="a06849e386f6b441" providerId="LiveId" clId="{191D38E6-6771-449E-89C1-718F5BB3E49E}" dt="2025-01-17T14:51:10.849" v="6593" actId="14100"/>
          <ac:spMkLst>
            <pc:docMk/>
            <pc:sldMk cId="140378181" sldId="298"/>
            <ac:spMk id="46" creationId="{B02B4926-D6E0-9768-0B7E-9534781CB46A}"/>
          </ac:spMkLst>
        </pc:spChg>
        <pc:spChg chg="mod">
          <ac:chgData name="Leandro Ribeiro" userId="a06849e386f6b441" providerId="LiveId" clId="{191D38E6-6771-449E-89C1-718F5BB3E49E}" dt="2025-01-16T22:59:35.071" v="6201" actId="1076"/>
          <ac:spMkLst>
            <pc:docMk/>
            <pc:sldMk cId="140378181" sldId="298"/>
            <ac:spMk id="328" creationId="{887859DF-38D2-3FEB-BF80-DB170C62782B}"/>
          </ac:spMkLst>
        </pc:spChg>
        <pc:grpChg chg="add mod">
          <ac:chgData name="Leandro Ribeiro" userId="a06849e386f6b441" providerId="LiveId" clId="{191D38E6-6771-449E-89C1-718F5BB3E49E}" dt="2025-01-16T22:57:03.854" v="6155" actId="1076"/>
          <ac:grpSpMkLst>
            <pc:docMk/>
            <pc:sldMk cId="140378181" sldId="298"/>
            <ac:grpSpMk id="36" creationId="{F8C27129-88EA-335E-6BBB-2F618095BE44}"/>
          </ac:grpSpMkLst>
        </pc:grpChg>
        <pc:cxnChg chg="mod">
          <ac:chgData name="Leandro Ribeiro" userId="a06849e386f6b441" providerId="LiveId" clId="{191D38E6-6771-449E-89C1-718F5BB3E49E}" dt="2025-01-16T22:57:03.854" v="6155" actId="1076"/>
          <ac:cxnSpMkLst>
            <pc:docMk/>
            <pc:sldMk cId="140378181" sldId="298"/>
            <ac:cxnSpMk id="20" creationId="{AE5F5EFD-E500-F9E5-F493-D7543CC5D9E0}"/>
          </ac:cxnSpMkLst>
        </pc:cxnChg>
        <pc:cxnChg chg="mod">
          <ac:chgData name="Leandro Ribeiro" userId="a06849e386f6b441" providerId="LiveId" clId="{191D38E6-6771-449E-89C1-718F5BB3E49E}" dt="2025-01-15T18:29:33.673" v="1610" actId="1076"/>
          <ac:cxnSpMkLst>
            <pc:docMk/>
            <pc:sldMk cId="140378181" sldId="298"/>
            <ac:cxnSpMk id="21" creationId="{D4826011-CE34-4420-7F37-6EE42C6C145B}"/>
          </ac:cxnSpMkLst>
        </pc:cxnChg>
      </pc:sldChg>
      <pc:sldChg chg="addSp modSp mod modAnim modNotesTx">
        <pc:chgData name="Leandro Ribeiro" userId="a06849e386f6b441" providerId="LiveId" clId="{191D38E6-6771-449E-89C1-718F5BB3E49E}" dt="2025-01-17T15:24:20.863" v="6625"/>
        <pc:sldMkLst>
          <pc:docMk/>
          <pc:sldMk cId="2767374100" sldId="299"/>
        </pc:sldMkLst>
        <pc:spChg chg="mod">
          <ac:chgData name="Leandro Ribeiro" userId="a06849e386f6b441" providerId="LiveId" clId="{191D38E6-6771-449E-89C1-718F5BB3E49E}" dt="2025-01-17T09:34:11.788" v="6494" actId="208"/>
          <ac:spMkLst>
            <pc:docMk/>
            <pc:sldMk cId="2767374100" sldId="299"/>
            <ac:spMk id="2" creationId="{3BC55C71-5FE0-5013-DBA1-86EFC3DF6FD4}"/>
          </ac:spMkLst>
        </pc:spChg>
        <pc:spChg chg="add mod">
          <ac:chgData name="Leandro Ribeiro" userId="a06849e386f6b441" providerId="LiveId" clId="{191D38E6-6771-449E-89C1-718F5BB3E49E}" dt="2025-01-17T09:34:37.381" v="6504" actId="1036"/>
          <ac:spMkLst>
            <pc:docMk/>
            <pc:sldMk cId="2767374100" sldId="299"/>
            <ac:spMk id="3" creationId="{CDFABF90-B595-0BED-8BB8-C761070F07E6}"/>
          </ac:spMkLst>
        </pc:spChg>
        <pc:spChg chg="add mod">
          <ac:chgData name="Leandro Ribeiro" userId="a06849e386f6b441" providerId="LiveId" clId="{191D38E6-6771-449E-89C1-718F5BB3E49E}" dt="2025-01-17T09:34:59.831" v="6518" actId="1038"/>
          <ac:spMkLst>
            <pc:docMk/>
            <pc:sldMk cId="2767374100" sldId="299"/>
            <ac:spMk id="5" creationId="{FE8A37FD-BC9D-2D6F-2F0E-06DC10020589}"/>
          </ac:spMkLst>
        </pc:spChg>
        <pc:spChg chg="mod">
          <ac:chgData name="Leandro Ribeiro" userId="a06849e386f6b441" providerId="LiveId" clId="{191D38E6-6771-449E-89C1-718F5BB3E49E}" dt="2025-01-17T09:33:47.812" v="6488" actId="14100"/>
          <ac:spMkLst>
            <pc:docMk/>
            <pc:sldMk cId="2767374100" sldId="299"/>
            <ac:spMk id="408" creationId="{00000000-0000-0000-0000-000000000000}"/>
          </ac:spMkLst>
        </pc:spChg>
        <pc:graphicFrameChg chg="modGraphic">
          <ac:chgData name="Leandro Ribeiro" userId="a06849e386f6b441" providerId="LiveId" clId="{191D38E6-6771-449E-89C1-718F5BB3E49E}" dt="2025-01-17T09:35:36.526" v="6523" actId="207"/>
          <ac:graphicFrameMkLst>
            <pc:docMk/>
            <pc:sldMk cId="2767374100" sldId="299"/>
            <ac:graphicFrameMk id="409" creationId="{00000000-0000-0000-0000-000000000000}"/>
          </ac:graphicFrameMkLst>
        </pc:graphicFrameChg>
      </pc:sldChg>
      <pc:sldChg chg="modSp add mod ord">
        <pc:chgData name="Leandro Ribeiro" userId="a06849e386f6b441" providerId="LiveId" clId="{191D38E6-6771-449E-89C1-718F5BB3E49E}" dt="2025-01-15T18:46:31.160" v="1860" actId="20577"/>
        <pc:sldMkLst>
          <pc:docMk/>
          <pc:sldMk cId="2770452906" sldId="300"/>
        </pc:sldMkLst>
        <pc:spChg chg="mod">
          <ac:chgData name="Leandro Ribeiro" userId="a06849e386f6b441" providerId="LiveId" clId="{191D38E6-6771-449E-89C1-718F5BB3E49E}" dt="2025-01-15T18:46:31.160" v="1860" actId="20577"/>
          <ac:spMkLst>
            <pc:docMk/>
            <pc:sldMk cId="2770452906" sldId="300"/>
            <ac:spMk id="260" creationId="{73E09E32-C275-AA88-85A3-F3A233235B17}"/>
          </ac:spMkLst>
        </pc:spChg>
        <pc:spChg chg="mod">
          <ac:chgData name="Leandro Ribeiro" userId="a06849e386f6b441" providerId="LiveId" clId="{191D38E6-6771-449E-89C1-718F5BB3E49E}" dt="2025-01-15T18:46:24.378" v="1839" actId="20577"/>
          <ac:spMkLst>
            <pc:docMk/>
            <pc:sldMk cId="2770452906" sldId="300"/>
            <ac:spMk id="261" creationId="{A16D1FD8-4753-6100-CBC8-AA6FB26B77C0}"/>
          </ac:spMkLst>
        </pc:spChg>
      </pc:sldChg>
      <pc:sldChg chg="addSp delSp modSp add mod ord modNotesTx">
        <pc:chgData name="Leandro Ribeiro" userId="a06849e386f6b441" providerId="LiveId" clId="{191D38E6-6771-449E-89C1-718F5BB3E49E}" dt="2025-01-16T23:08:27.249" v="6283" actId="20577"/>
        <pc:sldMkLst>
          <pc:docMk/>
          <pc:sldMk cId="3293999146" sldId="301"/>
        </pc:sldMkLst>
      </pc:sldChg>
      <pc:sldChg chg="modSp add mod ord">
        <pc:chgData name="Leandro Ribeiro" userId="a06849e386f6b441" providerId="LiveId" clId="{191D38E6-6771-449E-89C1-718F5BB3E49E}" dt="2025-01-15T19:09:12.445" v="2270" actId="20577"/>
        <pc:sldMkLst>
          <pc:docMk/>
          <pc:sldMk cId="290266040" sldId="302"/>
        </pc:sldMkLst>
        <pc:spChg chg="mod">
          <ac:chgData name="Leandro Ribeiro" userId="a06849e386f6b441" providerId="LiveId" clId="{191D38E6-6771-449E-89C1-718F5BB3E49E}" dt="2025-01-15T19:09:12.445" v="2270" actId="20577"/>
          <ac:spMkLst>
            <pc:docMk/>
            <pc:sldMk cId="290266040" sldId="302"/>
            <ac:spMk id="260" creationId="{28BA1051-34BA-EF1B-8CD5-E6D4DE4913B2}"/>
          </ac:spMkLst>
        </pc:spChg>
        <pc:spChg chg="mod">
          <ac:chgData name="Leandro Ribeiro" userId="a06849e386f6b441" providerId="LiveId" clId="{191D38E6-6771-449E-89C1-718F5BB3E49E}" dt="2025-01-15T19:09:08.039" v="2261" actId="20577"/>
          <ac:spMkLst>
            <pc:docMk/>
            <pc:sldMk cId="290266040" sldId="302"/>
            <ac:spMk id="261" creationId="{FDF3C096-CF45-8BBC-DBFC-C0768DFC459A}"/>
          </ac:spMkLst>
        </pc:spChg>
      </pc:sldChg>
      <pc:sldChg chg="addSp delSp modSp add mod ord modNotesTx">
        <pc:chgData name="Leandro Ribeiro" userId="a06849e386f6b441" providerId="LiveId" clId="{191D38E6-6771-449E-89C1-718F5BB3E49E}" dt="2025-01-16T23:26:35.302" v="6487" actId="20577"/>
        <pc:sldMkLst>
          <pc:docMk/>
          <pc:sldMk cId="3222797780" sldId="303"/>
        </pc:sldMkLst>
        <pc:spChg chg="add mod">
          <ac:chgData name="Leandro Ribeiro" userId="a06849e386f6b441" providerId="LiveId" clId="{191D38E6-6771-449E-89C1-718F5BB3E49E}" dt="2025-01-16T22:37:20.880" v="6001" actId="20577"/>
          <ac:spMkLst>
            <pc:docMk/>
            <pc:sldMk cId="3222797780" sldId="303"/>
            <ac:spMk id="2" creationId="{9DA5EE49-C0C1-A29A-78B9-06D874F5D729}"/>
          </ac:spMkLst>
        </pc:spChg>
        <pc:spChg chg="add mod">
          <ac:chgData name="Leandro Ribeiro" userId="a06849e386f6b441" providerId="LiveId" clId="{191D38E6-6771-449E-89C1-718F5BB3E49E}" dt="2025-01-16T11:53:48.722" v="5683" actId="20577"/>
          <ac:spMkLst>
            <pc:docMk/>
            <pc:sldMk cId="3222797780" sldId="303"/>
            <ac:spMk id="4" creationId="{FB0622F4-2DE2-8349-3D0C-D3ECD4EB6779}"/>
          </ac:spMkLst>
        </pc:spChg>
        <pc:spChg chg="add mod">
          <ac:chgData name="Leandro Ribeiro" userId="a06849e386f6b441" providerId="LiveId" clId="{191D38E6-6771-449E-89C1-718F5BB3E49E}" dt="2025-01-15T19:35:30.672" v="3218" actId="1076"/>
          <ac:spMkLst>
            <pc:docMk/>
            <pc:sldMk cId="3222797780" sldId="303"/>
            <ac:spMk id="5" creationId="{404E5FE1-E5CE-C25E-6F97-539CABA2C7AB}"/>
          </ac:spMkLst>
        </pc:spChg>
        <pc:spChg chg="add mod">
          <ac:chgData name="Leandro Ribeiro" userId="a06849e386f6b441" providerId="LiveId" clId="{191D38E6-6771-449E-89C1-718F5BB3E49E}" dt="2025-01-15T19:35:21.599" v="3214" actId="404"/>
          <ac:spMkLst>
            <pc:docMk/>
            <pc:sldMk cId="3222797780" sldId="303"/>
            <ac:spMk id="6" creationId="{B2144855-8860-0AFC-6FA6-88A4CE6E8D9C}"/>
          </ac:spMkLst>
        </pc:spChg>
        <pc:spChg chg="mod">
          <ac:chgData name="Leandro Ribeiro" userId="a06849e386f6b441" providerId="LiveId" clId="{191D38E6-6771-449E-89C1-718F5BB3E49E}" dt="2025-01-15T19:15:58.229" v="2415" actId="14100"/>
          <ac:spMkLst>
            <pc:docMk/>
            <pc:sldMk cId="3222797780" sldId="303"/>
            <ac:spMk id="328" creationId="{B14FB4AD-6378-BA1C-D8FE-165393C03AD5}"/>
          </ac:spMkLst>
        </pc:spChg>
        <pc:graphicFrameChg chg="add mod modGraphic">
          <ac:chgData name="Leandro Ribeiro" userId="a06849e386f6b441" providerId="LiveId" clId="{191D38E6-6771-449E-89C1-718F5BB3E49E}" dt="2025-01-16T23:26:35.302" v="6487" actId="20577"/>
          <ac:graphicFrameMkLst>
            <pc:docMk/>
            <pc:sldMk cId="3222797780" sldId="303"/>
            <ac:graphicFrameMk id="3" creationId="{46800406-963D-203D-A9D3-66032037DE59}"/>
          </ac:graphicFrameMkLst>
        </pc:graphicFrameChg>
      </pc:sldChg>
      <pc:sldChg chg="modSp mod modNotesTx">
        <pc:chgData name="Leandro Ribeiro" userId="a06849e386f6b441" providerId="LiveId" clId="{191D38E6-6771-449E-89C1-718F5BB3E49E}" dt="2025-01-16T23:08:02.722" v="6263" actId="5793"/>
        <pc:sldMkLst>
          <pc:docMk/>
          <pc:sldMk cId="1776206173" sldId="306"/>
        </pc:sldMkLst>
        <pc:spChg chg="mod">
          <ac:chgData name="Leandro Ribeiro" userId="a06849e386f6b441" providerId="LiveId" clId="{191D38E6-6771-449E-89C1-718F5BB3E49E}" dt="2025-01-16T22:56:39.110" v="6152" actId="1076"/>
          <ac:spMkLst>
            <pc:docMk/>
            <pc:sldMk cId="1776206173" sldId="306"/>
            <ac:spMk id="2" creationId="{5CD3999A-C8F1-B8DD-B014-A9E363CF8474}"/>
          </ac:spMkLst>
        </pc:spChg>
        <pc:spChg chg="mod">
          <ac:chgData name="Leandro Ribeiro" userId="a06849e386f6b441" providerId="LiveId" clId="{191D38E6-6771-449E-89C1-718F5BB3E49E}" dt="2025-01-16T11:24:24.482" v="3695" actId="20577"/>
          <ac:spMkLst>
            <pc:docMk/>
            <pc:sldMk cId="1776206173" sldId="306"/>
            <ac:spMk id="4" creationId="{025B36D9-9B98-4190-A4B5-159270FEBB1B}"/>
          </ac:spMkLst>
        </pc:spChg>
      </pc:sldChg>
      <pc:sldChg chg="modSp mod">
        <pc:chgData name="Leandro Ribeiro" userId="a06849e386f6b441" providerId="LiveId" clId="{191D38E6-6771-449E-89C1-718F5BB3E49E}" dt="2025-01-16T22:55:29.130" v="6145" actId="1076"/>
        <pc:sldMkLst>
          <pc:docMk/>
          <pc:sldMk cId="132922051" sldId="307"/>
        </pc:sldMkLst>
        <pc:spChg chg="mod">
          <ac:chgData name="Leandro Ribeiro" userId="a06849e386f6b441" providerId="LiveId" clId="{191D38E6-6771-449E-89C1-718F5BB3E49E}" dt="2025-01-16T22:55:29.130" v="6145" actId="1076"/>
          <ac:spMkLst>
            <pc:docMk/>
            <pc:sldMk cId="132922051" sldId="307"/>
            <ac:spMk id="328" creationId="{14B214C8-E666-1E85-86E9-02754D1E0158}"/>
          </ac:spMkLst>
        </pc:spChg>
      </pc:sldChg>
      <pc:sldChg chg="modSp mod modNotesTx">
        <pc:chgData name="Leandro Ribeiro" userId="a06849e386f6b441" providerId="LiveId" clId="{191D38E6-6771-449E-89C1-718F5BB3E49E}" dt="2025-01-16T23:15:22.402" v="6347" actId="20577"/>
        <pc:sldMkLst>
          <pc:docMk/>
          <pc:sldMk cId="2165617392" sldId="308"/>
        </pc:sldMkLst>
        <pc:spChg chg="mod">
          <ac:chgData name="Leandro Ribeiro" userId="a06849e386f6b441" providerId="LiveId" clId="{191D38E6-6771-449E-89C1-718F5BB3E49E}" dt="2025-01-16T11:41:26.719" v="5193" actId="20577"/>
          <ac:spMkLst>
            <pc:docMk/>
            <pc:sldMk cId="2165617392" sldId="308"/>
            <ac:spMk id="7" creationId="{4EA8E8B2-2FA5-6B82-7516-77041556E553}"/>
          </ac:spMkLst>
        </pc:spChg>
        <pc:spChg chg="mod">
          <ac:chgData name="Leandro Ribeiro" userId="a06849e386f6b441" providerId="LiveId" clId="{191D38E6-6771-449E-89C1-718F5BB3E49E}" dt="2025-01-16T22:55:39.181" v="6147" actId="1076"/>
          <ac:spMkLst>
            <pc:docMk/>
            <pc:sldMk cId="2165617392" sldId="308"/>
            <ac:spMk id="408" creationId="{C92541A1-1F66-0157-3A37-6485D3925844}"/>
          </ac:spMkLst>
        </pc:spChg>
      </pc:sldChg>
      <pc:sldChg chg="addSp modSp mod modAnim modNotesTx">
        <pc:chgData name="Leandro Ribeiro" userId="a06849e386f6b441" providerId="LiveId" clId="{191D38E6-6771-449E-89C1-718F5BB3E49E}" dt="2025-01-17T15:24:35.389" v="6626"/>
        <pc:sldMkLst>
          <pc:docMk/>
          <pc:sldMk cId="795138733" sldId="309"/>
        </pc:sldMkLst>
        <pc:spChg chg="mod">
          <ac:chgData name="Leandro Ribeiro" userId="a06849e386f6b441" providerId="LiveId" clId="{191D38E6-6771-449E-89C1-718F5BB3E49E}" dt="2025-01-17T09:33:52.517" v="6489" actId="14100"/>
          <ac:spMkLst>
            <pc:docMk/>
            <pc:sldMk cId="795138733" sldId="309"/>
            <ac:spMk id="2" creationId="{88D1A6BD-01B4-8A64-BDCB-53FBCD83FC60}"/>
          </ac:spMkLst>
        </pc:spChg>
        <pc:spChg chg="add mod">
          <ac:chgData name="Leandro Ribeiro" userId="a06849e386f6b441" providerId="LiveId" clId="{191D38E6-6771-449E-89C1-718F5BB3E49E}" dt="2025-01-17T09:36:14.537" v="6538" actId="1037"/>
          <ac:spMkLst>
            <pc:docMk/>
            <pc:sldMk cId="795138733" sldId="309"/>
            <ac:spMk id="3" creationId="{61DB77F2-A209-8A9C-8C1D-208911A6D7C0}"/>
          </ac:spMkLst>
        </pc:spChg>
        <pc:spChg chg="add mod">
          <ac:chgData name="Leandro Ribeiro" userId="a06849e386f6b441" providerId="LiveId" clId="{191D38E6-6771-449E-89C1-718F5BB3E49E}" dt="2025-01-17T09:36:31.514" v="6540" actId="1076"/>
          <ac:spMkLst>
            <pc:docMk/>
            <pc:sldMk cId="795138733" sldId="309"/>
            <ac:spMk id="4" creationId="{823D5E09-F973-A233-9F45-4DA0B871D85F}"/>
          </ac:spMkLst>
        </pc:spChg>
        <pc:spChg chg="mod">
          <ac:chgData name="Leandro Ribeiro" userId="a06849e386f6b441" providerId="LiveId" clId="{191D38E6-6771-449E-89C1-718F5BB3E49E}" dt="2025-01-17T09:33:56.290" v="6490" actId="14100"/>
          <ac:spMkLst>
            <pc:docMk/>
            <pc:sldMk cId="795138733" sldId="309"/>
            <ac:spMk id="408" creationId="{00000000-0000-0000-0000-000000000000}"/>
          </ac:spMkLst>
        </pc:spChg>
        <pc:graphicFrameChg chg="modGraphic">
          <ac:chgData name="Leandro Ribeiro" userId="a06849e386f6b441" providerId="LiveId" clId="{191D38E6-6771-449E-89C1-718F5BB3E49E}" dt="2025-01-17T09:35:55.923" v="6533" actId="207"/>
          <ac:graphicFrameMkLst>
            <pc:docMk/>
            <pc:sldMk cId="795138733" sldId="309"/>
            <ac:graphicFrameMk id="409" creationId="{00000000-0000-0000-0000-000000000000}"/>
          </ac:graphicFrameMkLst>
        </pc:graphicFrameChg>
      </pc:sldChg>
      <pc:sldChg chg="del">
        <pc:chgData name="Leandro Ribeiro" userId="a06849e386f6b441" providerId="LiveId" clId="{191D38E6-6771-449E-89C1-718F5BB3E49E}" dt="2025-01-17T09:40:10.317" v="6570" actId="47"/>
        <pc:sldMkLst>
          <pc:docMk/>
          <pc:sldMk cId="2256809040" sldId="310"/>
        </pc:sldMkLst>
      </pc:sldChg>
      <pc:sldMasterChg chg="delSldLayout">
        <pc:chgData name="Leandro Ribeiro" userId="a06849e386f6b441" providerId="LiveId" clId="{191D38E6-6771-449E-89C1-718F5BB3E49E}" dt="2025-01-16T23:01:05.506" v="6242" actId="47"/>
        <pc:sldMasterMkLst>
          <pc:docMk/>
          <pc:sldMasterMk cId="0" sldId="2147483673"/>
        </pc:sldMasterMkLst>
        <pc:sldLayoutChg chg="del">
          <pc:chgData name="Leandro Ribeiro" userId="a06849e386f6b441" providerId="LiveId" clId="{191D38E6-6771-449E-89C1-718F5BB3E49E}" dt="2025-01-16T22:42:27.717" v="6013" actId="47"/>
          <pc:sldLayoutMkLst>
            <pc:docMk/>
            <pc:sldMasterMk cId="0" sldId="2147483673"/>
            <pc:sldLayoutMk cId="0" sldId="2147483650"/>
          </pc:sldLayoutMkLst>
        </pc:sldLayoutChg>
        <pc:sldLayoutChg chg="del">
          <pc:chgData name="Leandro Ribeiro" userId="a06849e386f6b441" providerId="LiveId" clId="{191D38E6-6771-449E-89C1-718F5BB3E49E}" dt="2025-01-16T22:42:08.289" v="6004" actId="47"/>
          <pc:sldLayoutMkLst>
            <pc:docMk/>
            <pc:sldMasterMk cId="0" sldId="2147483673"/>
            <pc:sldLayoutMk cId="0" sldId="2147483653"/>
          </pc:sldLayoutMkLst>
        </pc:sldLayoutChg>
        <pc:sldLayoutChg chg="del">
          <pc:chgData name="Leandro Ribeiro" userId="a06849e386f6b441" providerId="LiveId" clId="{191D38E6-6771-449E-89C1-718F5BB3E49E}" dt="2025-01-16T22:42:09.876" v="6006" actId="47"/>
          <pc:sldLayoutMkLst>
            <pc:docMk/>
            <pc:sldMasterMk cId="0" sldId="2147483673"/>
            <pc:sldLayoutMk cId="0" sldId="2147483656"/>
          </pc:sldLayoutMkLst>
        </pc:sldLayoutChg>
        <pc:sldLayoutChg chg="del">
          <pc:chgData name="Leandro Ribeiro" userId="a06849e386f6b441" providerId="LiveId" clId="{191D38E6-6771-449E-89C1-718F5BB3E49E}" dt="2025-01-16T22:42:06.282" v="6002" actId="47"/>
          <pc:sldLayoutMkLst>
            <pc:docMk/>
            <pc:sldMasterMk cId="0" sldId="2147483673"/>
            <pc:sldLayoutMk cId="0" sldId="2147483662"/>
          </pc:sldLayoutMkLst>
        </pc:sldLayoutChg>
        <pc:sldLayoutChg chg="del">
          <pc:chgData name="Leandro Ribeiro" userId="a06849e386f6b441" providerId="LiveId" clId="{191D38E6-6771-449E-89C1-718F5BB3E49E}" dt="2025-01-16T22:42:10.660" v="6007" actId="47"/>
          <pc:sldLayoutMkLst>
            <pc:docMk/>
            <pc:sldMasterMk cId="0" sldId="2147483673"/>
            <pc:sldLayoutMk cId="0" sldId="2147483663"/>
          </pc:sldLayoutMkLst>
        </pc:sldLayoutChg>
        <pc:sldLayoutChg chg="del">
          <pc:chgData name="Leandro Ribeiro" userId="a06849e386f6b441" providerId="LiveId" clId="{191D38E6-6771-449E-89C1-718F5BB3E49E}" dt="2025-01-16T23:00:39.751" v="6226" actId="47"/>
          <pc:sldLayoutMkLst>
            <pc:docMk/>
            <pc:sldMasterMk cId="0" sldId="2147483673"/>
            <pc:sldLayoutMk cId="0" sldId="2147483664"/>
          </pc:sldLayoutMkLst>
        </pc:sldLayoutChg>
        <pc:sldLayoutChg chg="del">
          <pc:chgData name="Leandro Ribeiro" userId="a06849e386f6b441" providerId="LiveId" clId="{191D38E6-6771-449E-89C1-718F5BB3E49E}" dt="2025-01-16T22:42:09.057" v="6005" actId="47"/>
          <pc:sldLayoutMkLst>
            <pc:docMk/>
            <pc:sldMasterMk cId="0" sldId="2147483673"/>
            <pc:sldLayoutMk cId="0" sldId="2147483665"/>
          </pc:sldLayoutMkLst>
        </pc:sldLayoutChg>
        <pc:sldLayoutChg chg="del">
          <pc:chgData name="Leandro Ribeiro" userId="a06849e386f6b441" providerId="LiveId" clId="{191D38E6-6771-449E-89C1-718F5BB3E49E}" dt="2025-01-16T22:42:11.356" v="6008" actId="47"/>
          <pc:sldLayoutMkLst>
            <pc:docMk/>
            <pc:sldMasterMk cId="0" sldId="2147483673"/>
            <pc:sldLayoutMk cId="0" sldId="2147483666"/>
          </pc:sldLayoutMkLst>
        </pc:sldLayoutChg>
        <pc:sldLayoutChg chg="del">
          <pc:chgData name="Leandro Ribeiro" userId="a06849e386f6b441" providerId="LiveId" clId="{191D38E6-6771-449E-89C1-718F5BB3E49E}" dt="2025-01-16T22:42:11.974" v="6009" actId="47"/>
          <pc:sldLayoutMkLst>
            <pc:docMk/>
            <pc:sldMasterMk cId="0" sldId="2147483673"/>
            <pc:sldLayoutMk cId="0" sldId="2147483667"/>
          </pc:sldLayoutMkLst>
        </pc:sldLayoutChg>
        <pc:sldLayoutChg chg="del">
          <pc:chgData name="Leandro Ribeiro" userId="a06849e386f6b441" providerId="LiveId" clId="{191D38E6-6771-449E-89C1-718F5BB3E49E}" dt="2025-01-16T23:01:05.506" v="6242" actId="47"/>
          <pc:sldLayoutMkLst>
            <pc:docMk/>
            <pc:sldMasterMk cId="0" sldId="2147483673"/>
            <pc:sldLayoutMk cId="0" sldId="2147483668"/>
          </pc:sldLayoutMkLst>
        </pc:sldLayoutChg>
      </pc:sldMasterChg>
      <pc:sldMasterChg chg="del delSldLayout">
        <pc:chgData name="Leandro Ribeiro" userId="a06849e386f6b441" providerId="LiveId" clId="{191D38E6-6771-449E-89C1-718F5BB3E49E}" dt="2025-01-16T23:00:51.470" v="6241" actId="47"/>
        <pc:sldMasterMkLst>
          <pc:docMk/>
          <pc:sldMasterMk cId="0" sldId="2147483674"/>
        </pc:sldMasterMkLst>
        <pc:sldLayoutChg chg="del">
          <pc:chgData name="Leandro Ribeiro" userId="a06849e386f6b441" providerId="LiveId" clId="{191D38E6-6771-449E-89C1-718F5BB3E49E}" dt="2025-01-16T23:00:50.078" v="6239" actId="47"/>
          <pc:sldLayoutMkLst>
            <pc:docMk/>
            <pc:sldMasterMk cId="0" sldId="2147483674"/>
            <pc:sldLayoutMk cId="0" sldId="2147483671"/>
          </pc:sldLayoutMkLst>
        </pc:sldLayoutChg>
        <pc:sldLayoutChg chg="del">
          <pc:chgData name="Leandro Ribeiro" userId="a06849e386f6b441" providerId="LiveId" clId="{191D38E6-6771-449E-89C1-718F5BB3E49E}" dt="2025-01-16T23:00:51.470" v="6241" actId="47"/>
          <pc:sldLayoutMkLst>
            <pc:docMk/>
            <pc:sldMasterMk cId="0" sldId="2147483674"/>
            <pc:sldLayoutMk cId="0" sldId="2147483672"/>
          </pc:sldLayoutMkLst>
        </pc:sldLayoutChg>
      </pc:sldMasterChg>
    </pc:docChg>
  </pc:docChgLst>
  <pc:docChgLst>
    <pc:chgData name="Utilizador Convidado" providerId="Windows Live" clId="Web-{4B67EA46-5ED6-4A2D-9077-5B6D7A9BCC36}"/>
    <pc:docChg chg="addSld modSld">
      <pc:chgData name="Utilizador Convidado" userId="" providerId="Windows Live" clId="Web-{4B67EA46-5ED6-4A2D-9077-5B6D7A9BCC36}" dt="2025-01-15T21:23:53.722" v="232"/>
      <pc:docMkLst>
        <pc:docMk/>
      </pc:docMkLst>
      <pc:sldChg chg="addSp delSp modSp">
        <pc:chgData name="Utilizador Convidado" userId="" providerId="Windows Live" clId="Web-{4B67EA46-5ED6-4A2D-9077-5B6D7A9BCC36}" dt="2025-01-15T21:21:13.272" v="190" actId="1076"/>
        <pc:sldMkLst>
          <pc:docMk/>
          <pc:sldMk cId="3936535161" sldId="304"/>
        </pc:sldMkLst>
        <pc:spChg chg="mod">
          <ac:chgData name="Utilizador Convidado" userId="" providerId="Windows Live" clId="Web-{4B67EA46-5ED6-4A2D-9077-5B6D7A9BCC36}" dt="2025-01-15T21:21:13.179" v="175" actId="1076"/>
          <ac:spMkLst>
            <pc:docMk/>
            <pc:sldMk cId="3936535161" sldId="304"/>
            <ac:spMk id="4" creationId="{AE72FCB2-1DE4-625D-BDD8-AF9E07006477}"/>
          </ac:spMkLst>
        </pc:spChg>
        <pc:spChg chg="mod">
          <ac:chgData name="Utilizador Convidado" userId="" providerId="Windows Live" clId="Web-{4B67EA46-5ED6-4A2D-9077-5B6D7A9BCC36}" dt="2025-01-15T21:21:13.194" v="176" actId="1076"/>
          <ac:spMkLst>
            <pc:docMk/>
            <pc:sldMk cId="3936535161" sldId="304"/>
            <ac:spMk id="6" creationId="{7BB07590-D7AF-DD9A-1D65-56AA6AEA555F}"/>
          </ac:spMkLst>
        </pc:spChg>
        <pc:spChg chg="add mod">
          <ac:chgData name="Utilizador Convidado" userId="" providerId="Windows Live" clId="Web-{4B67EA46-5ED6-4A2D-9077-5B6D7A9BCC36}" dt="2025-01-15T21:21:13.272" v="190" actId="1076"/>
          <ac:spMkLst>
            <pc:docMk/>
            <pc:sldMk cId="3936535161" sldId="304"/>
            <ac:spMk id="16" creationId="{AF6AF177-D763-E70C-E66F-F1E1B0758DE2}"/>
          </ac:spMkLst>
        </pc:spChg>
        <pc:spChg chg="mod">
          <ac:chgData name="Utilizador Convidado" userId="" providerId="Windows Live" clId="Web-{4B67EA46-5ED6-4A2D-9077-5B6D7A9BCC36}" dt="2025-01-15T21:21:13.194" v="178" actId="1076"/>
          <ac:spMkLst>
            <pc:docMk/>
            <pc:sldMk cId="3936535161" sldId="304"/>
            <ac:spMk id="18" creationId="{ADDF72A3-D2F4-EE61-7878-76D4981C2787}"/>
          </ac:spMkLst>
        </pc:spChg>
        <pc:spChg chg="mod">
          <ac:chgData name="Utilizador Convidado" userId="" providerId="Windows Live" clId="Web-{4B67EA46-5ED6-4A2D-9077-5B6D7A9BCC36}" dt="2025-01-15T21:21:13.225" v="181" actId="1076"/>
          <ac:spMkLst>
            <pc:docMk/>
            <pc:sldMk cId="3936535161" sldId="304"/>
            <ac:spMk id="456" creationId="{4895C24B-82C9-E1C8-6CE5-E0EE1264CDDD}"/>
          </ac:spMkLst>
        </pc:spChg>
        <pc:spChg chg="mod">
          <ac:chgData name="Utilizador Convidado" userId="" providerId="Windows Live" clId="Web-{4B67EA46-5ED6-4A2D-9077-5B6D7A9BCC36}" dt="2025-01-15T21:21:13.225" v="182" actId="1076"/>
          <ac:spMkLst>
            <pc:docMk/>
            <pc:sldMk cId="3936535161" sldId="304"/>
            <ac:spMk id="460" creationId="{2B742586-D8BC-EDB4-317A-B564A9291E47}"/>
          </ac:spMkLst>
        </pc:spChg>
        <pc:spChg chg="mod">
          <ac:chgData name="Utilizador Convidado" userId="" providerId="Windows Live" clId="Web-{4B67EA46-5ED6-4A2D-9077-5B6D7A9BCC36}" dt="2025-01-15T21:21:13.241" v="184" actId="1076"/>
          <ac:spMkLst>
            <pc:docMk/>
            <pc:sldMk cId="3936535161" sldId="304"/>
            <ac:spMk id="520" creationId="{53DAB407-709D-B238-6DB1-F9D44894C448}"/>
          </ac:spMkLst>
        </pc:spChg>
        <pc:cxnChg chg="add mod">
          <ac:chgData name="Utilizador Convidado" userId="" providerId="Windows Live" clId="Web-{4B67EA46-5ED6-4A2D-9077-5B6D7A9BCC36}" dt="2025-01-15T21:21:13.241" v="185" actId="1076"/>
          <ac:cxnSpMkLst>
            <pc:docMk/>
            <pc:sldMk cId="3936535161" sldId="304"/>
            <ac:cxnSpMk id="10" creationId="{7448ED45-C478-3ECF-4E41-CCBE19CC1EC6}"/>
          </ac:cxnSpMkLst>
        </pc:cxnChg>
        <pc:cxnChg chg="add mod">
          <ac:chgData name="Utilizador Convidado" userId="" providerId="Windows Live" clId="Web-{4B67EA46-5ED6-4A2D-9077-5B6D7A9BCC36}" dt="2025-01-15T21:21:13.241" v="186" actId="1076"/>
          <ac:cxnSpMkLst>
            <pc:docMk/>
            <pc:sldMk cId="3936535161" sldId="304"/>
            <ac:cxnSpMk id="11" creationId="{3AF5364C-726C-7FCA-FA42-BC2588B00E35}"/>
          </ac:cxnSpMkLst>
        </pc:cxnChg>
        <pc:cxnChg chg="add mod">
          <ac:chgData name="Utilizador Convidado" userId="" providerId="Windows Live" clId="Web-{4B67EA46-5ED6-4A2D-9077-5B6D7A9BCC36}" dt="2025-01-15T21:21:13.257" v="187" actId="1076"/>
          <ac:cxnSpMkLst>
            <pc:docMk/>
            <pc:sldMk cId="3936535161" sldId="304"/>
            <ac:cxnSpMk id="12" creationId="{9AB34A60-4B35-9FEE-B9CB-92C42E31690B}"/>
          </ac:cxnSpMkLst>
        </pc:cxnChg>
        <pc:cxnChg chg="add mod">
          <ac:chgData name="Utilizador Convidado" userId="" providerId="Windows Live" clId="Web-{4B67EA46-5ED6-4A2D-9077-5B6D7A9BCC36}" dt="2025-01-15T21:21:13.257" v="188" actId="1076"/>
          <ac:cxnSpMkLst>
            <pc:docMk/>
            <pc:sldMk cId="3936535161" sldId="304"/>
            <ac:cxnSpMk id="14" creationId="{6FDD2290-1AB4-21A5-3A6A-75080BEA5BEB}"/>
          </ac:cxnSpMkLst>
        </pc:cxnChg>
        <pc:cxnChg chg="add mod">
          <ac:chgData name="Utilizador Convidado" userId="" providerId="Windows Live" clId="Web-{4B67EA46-5ED6-4A2D-9077-5B6D7A9BCC36}" dt="2025-01-15T21:21:13.257" v="189" actId="1076"/>
          <ac:cxnSpMkLst>
            <pc:docMk/>
            <pc:sldMk cId="3936535161" sldId="304"/>
            <ac:cxnSpMk id="15" creationId="{E55DC1BA-DE57-77FE-EFC4-77947C44B798}"/>
          </ac:cxnSpMkLst>
        </pc:cxnChg>
        <pc:cxnChg chg="mod">
          <ac:chgData name="Utilizador Convidado" userId="" providerId="Windows Live" clId="Web-{4B67EA46-5ED6-4A2D-9077-5B6D7A9BCC36}" dt="2025-01-15T21:21:13.210" v="179" actId="1076"/>
          <ac:cxnSpMkLst>
            <pc:docMk/>
            <pc:sldMk cId="3936535161" sldId="304"/>
            <ac:cxnSpMk id="28" creationId="{97F2E9DC-506E-1BED-9A3D-4B3EF9B4918B}"/>
          </ac:cxnSpMkLst>
        </pc:cxnChg>
        <pc:cxnChg chg="mod">
          <ac:chgData name="Utilizador Convidado" userId="" providerId="Windows Live" clId="Web-{4B67EA46-5ED6-4A2D-9077-5B6D7A9BCC36}" dt="2025-01-15T21:21:13.210" v="180" actId="1076"/>
          <ac:cxnSpMkLst>
            <pc:docMk/>
            <pc:sldMk cId="3936535161" sldId="304"/>
            <ac:cxnSpMk id="34" creationId="{018A628F-B485-A6A2-2C02-CCCF5B611160}"/>
          </ac:cxnSpMkLst>
        </pc:cxnChg>
        <pc:cxnChg chg="mod">
          <ac:chgData name="Utilizador Convidado" userId="" providerId="Windows Live" clId="Web-{4B67EA46-5ED6-4A2D-9077-5B6D7A9BCC36}" dt="2025-01-15T21:21:13.225" v="183" actId="1076"/>
          <ac:cxnSpMkLst>
            <pc:docMk/>
            <pc:sldMk cId="3936535161" sldId="304"/>
            <ac:cxnSpMk id="519" creationId="{9D98A79A-03BE-0483-C2B8-A8E61363D1B4}"/>
          </ac:cxnSpMkLst>
        </pc:cxnChg>
      </pc:sldChg>
      <pc:sldChg chg="addSp delSp modSp add replId">
        <pc:chgData name="Utilizador Convidado" userId="" providerId="Windows Live" clId="Web-{4B67EA46-5ED6-4A2D-9077-5B6D7A9BCC36}" dt="2025-01-15T21:23:53.722" v="232"/>
        <pc:sldMkLst>
          <pc:docMk/>
          <pc:sldMk cId="4073412455" sldId="305"/>
        </pc:sldMkLst>
      </pc:sldChg>
    </pc:docChg>
  </pc:docChgLst>
  <pc:docChgLst>
    <pc:chgData name="Utilizador Convidado" providerId="Windows Live" clId="Web-{6D3BE80C-5AE8-45AA-A1C7-DEC197FAE6BA}"/>
    <pc:docChg chg="addSld modSld">
      <pc:chgData name="Utilizador Convidado" userId="" providerId="Windows Live" clId="Web-{6D3BE80C-5AE8-45AA-A1C7-DEC197FAE6BA}" dt="2025-01-15T21:04:36.390" v="400" actId="1076"/>
      <pc:docMkLst>
        <pc:docMk/>
      </pc:docMkLst>
      <pc:sldChg chg="addSp delSp modSp add replId">
        <pc:chgData name="Utilizador Convidado" userId="" providerId="Windows Live" clId="Web-{6D3BE80C-5AE8-45AA-A1C7-DEC197FAE6BA}" dt="2025-01-15T21:04:36.390" v="400" actId="1076"/>
        <pc:sldMkLst>
          <pc:docMk/>
          <pc:sldMk cId="3936535161" sldId="304"/>
        </pc:sldMkLst>
        <pc:spChg chg="add">
          <ac:chgData name="Utilizador Convidado" userId="" providerId="Windows Live" clId="Web-{6D3BE80C-5AE8-45AA-A1C7-DEC197FAE6BA}" dt="2025-01-15T21:00:22.038" v="209"/>
          <ac:spMkLst>
            <pc:docMk/>
            <pc:sldMk cId="3936535161" sldId="304"/>
            <ac:spMk id="4" creationId="{AE72FCB2-1DE4-625D-BDD8-AF9E07006477}"/>
          </ac:spMkLst>
        </pc:spChg>
        <pc:spChg chg="add mod">
          <ac:chgData name="Utilizador Convidado" userId="" providerId="Windows Live" clId="Web-{6D3BE80C-5AE8-45AA-A1C7-DEC197FAE6BA}" dt="2025-01-15T21:03:22.872" v="382" actId="20577"/>
          <ac:spMkLst>
            <pc:docMk/>
            <pc:sldMk cId="3936535161" sldId="304"/>
            <ac:spMk id="6" creationId="{7BB07590-D7AF-DD9A-1D65-56AA6AEA555F}"/>
          </ac:spMkLst>
        </pc:spChg>
        <pc:spChg chg="add">
          <ac:chgData name="Utilizador Convidado" userId="" providerId="Windows Live" clId="Web-{6D3BE80C-5AE8-45AA-A1C7-DEC197FAE6BA}" dt="2025-01-15T21:00:22.085" v="216"/>
          <ac:spMkLst>
            <pc:docMk/>
            <pc:sldMk cId="3936535161" sldId="304"/>
            <ac:spMk id="18" creationId="{ADDF72A3-D2F4-EE61-7878-76D4981C2787}"/>
          </ac:spMkLst>
        </pc:spChg>
        <pc:spChg chg="mod">
          <ac:chgData name="Utilizador Convidado" userId="" providerId="Windows Live" clId="Web-{6D3BE80C-5AE8-45AA-A1C7-DEC197FAE6BA}" dt="2025-01-15T20:56:17.733" v="46" actId="20577"/>
          <ac:spMkLst>
            <pc:docMk/>
            <pc:sldMk cId="3936535161" sldId="304"/>
            <ac:spMk id="414" creationId="{00000000-0000-0000-0000-000000000000}"/>
          </ac:spMkLst>
        </pc:spChg>
        <pc:spChg chg="add mod">
          <ac:chgData name="Utilizador Convidado" userId="" providerId="Windows Live" clId="Web-{6D3BE80C-5AE8-45AA-A1C7-DEC197FAE6BA}" dt="2025-01-15T21:02:17.104" v="346" actId="1076"/>
          <ac:spMkLst>
            <pc:docMk/>
            <pc:sldMk cId="3936535161" sldId="304"/>
            <ac:spMk id="456" creationId="{4895C24B-82C9-E1C8-6CE5-E0EE1264CDDD}"/>
          </ac:spMkLst>
        </pc:spChg>
        <pc:spChg chg="add">
          <ac:chgData name="Utilizador Convidado" userId="" providerId="Windows Live" clId="Web-{6D3BE80C-5AE8-45AA-A1C7-DEC197FAE6BA}" dt="2025-01-15T21:00:22.366" v="242"/>
          <ac:spMkLst>
            <pc:docMk/>
            <pc:sldMk cId="3936535161" sldId="304"/>
            <ac:spMk id="460" creationId="{2B742586-D8BC-EDB4-317A-B564A9291E47}"/>
          </ac:spMkLst>
        </pc:spChg>
        <pc:spChg chg="add mod">
          <ac:chgData name="Utilizador Convidado" userId="" providerId="Windows Live" clId="Web-{6D3BE80C-5AE8-45AA-A1C7-DEC197FAE6BA}" dt="2025-01-15T21:04:36.390" v="400" actId="1076"/>
          <ac:spMkLst>
            <pc:docMk/>
            <pc:sldMk cId="3936535161" sldId="304"/>
            <ac:spMk id="520" creationId="{53DAB407-709D-B238-6DB1-F9D44894C448}"/>
          </ac:spMkLst>
        </pc:spChg>
        <pc:cxnChg chg="add">
          <ac:chgData name="Utilizador Convidado" userId="" providerId="Windows Live" clId="Web-{6D3BE80C-5AE8-45AA-A1C7-DEC197FAE6BA}" dt="2025-01-15T21:00:22.116" v="221"/>
          <ac:cxnSpMkLst>
            <pc:docMk/>
            <pc:sldMk cId="3936535161" sldId="304"/>
            <ac:cxnSpMk id="28" creationId="{97F2E9DC-506E-1BED-9A3D-4B3EF9B4918B}"/>
          </ac:cxnSpMkLst>
        </pc:cxnChg>
        <pc:cxnChg chg="add">
          <ac:chgData name="Utilizador Convidado" userId="" providerId="Windows Live" clId="Web-{6D3BE80C-5AE8-45AA-A1C7-DEC197FAE6BA}" dt="2025-01-15T21:00:22.147" v="224"/>
          <ac:cxnSpMkLst>
            <pc:docMk/>
            <pc:sldMk cId="3936535161" sldId="304"/>
            <ac:cxnSpMk id="34" creationId="{018A628F-B485-A6A2-2C02-CCCF5B611160}"/>
          </ac:cxnSpMkLst>
        </pc:cxnChg>
        <pc:cxnChg chg="add mod">
          <ac:chgData name="Utilizador Convidado" userId="" providerId="Windows Live" clId="Web-{6D3BE80C-5AE8-45AA-A1C7-DEC197FAE6BA}" dt="2025-01-15T21:02:39.386" v="349" actId="1076"/>
          <ac:cxnSpMkLst>
            <pc:docMk/>
            <pc:sldMk cId="3936535161" sldId="304"/>
            <ac:cxnSpMk id="519" creationId="{9D98A79A-03BE-0483-C2B8-A8E61363D1B4}"/>
          </ac:cxnSpMkLst>
        </pc:cxnChg>
      </pc:sldChg>
    </pc:docChg>
  </pc:docChgLst>
  <pc:docChgLst>
    <pc:chgData name="Utilizador Convidado" providerId="Windows Live" clId="Web-{7059AEC8-A7E7-4259-BCED-53AA1270BE50}"/>
    <pc:docChg chg="addSld modSld sldOrd">
      <pc:chgData name="Utilizador Convidado" userId="" providerId="Windows Live" clId="Web-{7059AEC8-A7E7-4259-BCED-53AA1270BE50}" dt="2025-01-15T18:30:07.626" v="1524" actId="1076"/>
      <pc:docMkLst>
        <pc:docMk/>
      </pc:docMkLst>
      <pc:sldChg chg="modSp">
        <pc:chgData name="Utilizador Convidado" userId="" providerId="Windows Live" clId="Web-{7059AEC8-A7E7-4259-BCED-53AA1270BE50}" dt="2025-01-15T16:30:25.875" v="82" actId="20577"/>
        <pc:sldMkLst>
          <pc:docMk/>
          <pc:sldMk cId="0" sldId="258"/>
        </pc:sldMkLst>
        <pc:spChg chg="mod">
          <ac:chgData name="Utilizador Convidado" userId="" providerId="Windows Live" clId="Web-{7059AEC8-A7E7-4259-BCED-53AA1270BE50}" dt="2025-01-15T16:23:16.911" v="1" actId="20577"/>
          <ac:spMkLst>
            <pc:docMk/>
            <pc:sldMk cId="0" sldId="258"/>
            <ac:spMk id="231" creationId="{00000000-0000-0000-0000-000000000000}"/>
          </ac:spMkLst>
        </pc:spChg>
        <pc:spChg chg="mod">
          <ac:chgData name="Utilizador Convidado" userId="" providerId="Windows Live" clId="Web-{7059AEC8-A7E7-4259-BCED-53AA1270BE50}" dt="2025-01-15T16:30:25.875" v="82" actId="20577"/>
          <ac:spMkLst>
            <pc:docMk/>
            <pc:sldMk cId="0" sldId="258"/>
            <ac:spMk id="232" creationId="{00000000-0000-0000-0000-000000000000}"/>
          </ac:spMkLst>
        </pc:spChg>
        <pc:spChg chg="mod">
          <ac:chgData name="Utilizador Convidado" userId="" providerId="Windows Live" clId="Web-{7059AEC8-A7E7-4259-BCED-53AA1270BE50}" dt="2025-01-15T16:30:07.844" v="58" actId="20577"/>
          <ac:spMkLst>
            <pc:docMk/>
            <pc:sldMk cId="0" sldId="258"/>
            <ac:spMk id="233" creationId="{00000000-0000-0000-0000-000000000000}"/>
          </ac:spMkLst>
        </pc:spChg>
      </pc:sldChg>
      <pc:sldChg chg="modSp">
        <pc:chgData name="Utilizador Convidado" userId="" providerId="Windows Live" clId="Web-{7059AEC8-A7E7-4259-BCED-53AA1270BE50}" dt="2025-01-15T16:32:51.982" v="100" actId="1076"/>
        <pc:sldMkLst>
          <pc:docMk/>
          <pc:sldMk cId="0" sldId="261"/>
        </pc:sldMkLst>
        <pc:spChg chg="mod">
          <ac:chgData name="Utilizador Convidado" userId="" providerId="Windows Live" clId="Web-{7059AEC8-A7E7-4259-BCED-53AA1270BE50}" dt="2025-01-15T16:32:46.826" v="99" actId="1076"/>
          <ac:spMkLst>
            <pc:docMk/>
            <pc:sldMk cId="0" sldId="261"/>
            <ac:spMk id="260" creationId="{00000000-0000-0000-0000-000000000000}"/>
          </ac:spMkLst>
        </pc:spChg>
        <pc:spChg chg="mod">
          <ac:chgData name="Utilizador Convidado" userId="" providerId="Windows Live" clId="Web-{7059AEC8-A7E7-4259-BCED-53AA1270BE50}" dt="2025-01-15T16:32:51.982" v="100" actId="1076"/>
          <ac:spMkLst>
            <pc:docMk/>
            <pc:sldMk cId="0" sldId="261"/>
            <ac:spMk id="261" creationId="{00000000-0000-0000-0000-000000000000}"/>
          </ac:spMkLst>
        </pc:spChg>
      </pc:sldChg>
      <pc:sldChg chg="modSp">
        <pc:chgData name="Utilizador Convidado" userId="" providerId="Windows Live" clId="Web-{7059AEC8-A7E7-4259-BCED-53AA1270BE50}" dt="2025-01-15T16:39:08.462" v="114" actId="20577"/>
        <pc:sldMkLst>
          <pc:docMk/>
          <pc:sldMk cId="0" sldId="262"/>
        </pc:sldMkLst>
      </pc:sldChg>
      <pc:sldChg chg="addSp delSp modSp mod setBg">
        <pc:chgData name="Utilizador Convidado" userId="" providerId="Windows Live" clId="Web-{7059AEC8-A7E7-4259-BCED-53AA1270BE50}" dt="2025-01-15T18:09:53.351" v="915" actId="1076"/>
        <pc:sldMkLst>
          <pc:docMk/>
          <pc:sldMk cId="0" sldId="266"/>
        </pc:sldMkLst>
        <pc:spChg chg="add mod topLvl">
          <ac:chgData name="Utilizador Convidado" userId="" providerId="Windows Live" clId="Web-{7059AEC8-A7E7-4259-BCED-53AA1270BE50}" dt="2025-01-15T18:07:51.633" v="903"/>
          <ac:spMkLst>
            <pc:docMk/>
            <pc:sldMk cId="0" sldId="266"/>
            <ac:spMk id="17" creationId="{1D2B0A99-4298-DF4E-C24E-E07B965D8DCE}"/>
          </ac:spMkLst>
        </pc:spChg>
        <pc:spChg chg="add mod topLvl">
          <ac:chgData name="Utilizador Convidado" userId="" providerId="Windows Live" clId="Web-{7059AEC8-A7E7-4259-BCED-53AA1270BE50}" dt="2025-01-15T18:08:17.851" v="907" actId="20577"/>
          <ac:spMkLst>
            <pc:docMk/>
            <pc:sldMk cId="0" sldId="266"/>
            <ac:spMk id="20" creationId="{6C4A08FB-B482-AD0B-059A-7A773298B2E0}"/>
          </ac:spMkLst>
        </pc:spChg>
        <pc:spChg chg="mod topLvl">
          <ac:chgData name="Utilizador Convidado" userId="" providerId="Windows Live" clId="Web-{7059AEC8-A7E7-4259-BCED-53AA1270BE50}" dt="2025-01-15T18:08:07.336" v="905"/>
          <ac:spMkLst>
            <pc:docMk/>
            <pc:sldMk cId="0" sldId="266"/>
            <ac:spMk id="26" creationId="{5EA08FCB-685C-7A8A-966C-D3D3FDECAB66}"/>
          </ac:spMkLst>
        </pc:spChg>
        <pc:spChg chg="mod topLvl">
          <ac:chgData name="Utilizador Convidado" userId="" providerId="Windows Live" clId="Web-{7059AEC8-A7E7-4259-BCED-53AA1270BE50}" dt="2025-01-15T18:08:12.226" v="906" actId="1076"/>
          <ac:spMkLst>
            <pc:docMk/>
            <pc:sldMk cId="0" sldId="266"/>
            <ac:spMk id="27" creationId="{912A750E-6DBD-1818-D6F4-3A477B936650}"/>
          </ac:spMkLst>
        </pc:spChg>
        <pc:spChg chg="mod">
          <ac:chgData name="Utilizador Convidado" userId="" providerId="Windows Live" clId="Web-{7059AEC8-A7E7-4259-BCED-53AA1270BE50}" dt="2025-01-15T18:09:53.351" v="915" actId="1076"/>
          <ac:spMkLst>
            <pc:docMk/>
            <pc:sldMk cId="0" sldId="266"/>
            <ac:spMk id="328" creationId="{00000000-0000-0000-0000-000000000000}"/>
          </ac:spMkLst>
        </pc:spChg>
        <pc:spChg chg="mod">
          <ac:chgData name="Utilizador Convidado" userId="" providerId="Windows Live" clId="Web-{7059AEC8-A7E7-4259-BCED-53AA1270BE50}" dt="2025-01-15T18:09:50.585" v="914" actId="1076"/>
          <ac:spMkLst>
            <pc:docMk/>
            <pc:sldMk cId="0" sldId="266"/>
            <ac:spMk id="329" creationId="{00000000-0000-0000-0000-000000000000}"/>
          </ac:spMkLst>
        </pc:spChg>
        <pc:grpChg chg="add mod">
          <ac:chgData name="Utilizador Convidado" userId="" providerId="Windows Live" clId="Web-{7059AEC8-A7E7-4259-BCED-53AA1270BE50}" dt="2025-01-15T18:08:58.242" v="910" actId="1076"/>
          <ac:grpSpMkLst>
            <pc:docMk/>
            <pc:sldMk cId="0" sldId="266"/>
            <ac:grpSpMk id="4" creationId="{B0341D28-3255-D9B3-974E-65B14CF35354}"/>
          </ac:grpSpMkLst>
        </pc:grpChg>
        <pc:grpChg chg="add mod">
          <ac:chgData name="Utilizador Convidado" userId="" providerId="Windows Live" clId="Web-{7059AEC8-A7E7-4259-BCED-53AA1270BE50}" dt="2025-01-15T18:09:10.992" v="911" actId="1076"/>
          <ac:grpSpMkLst>
            <pc:docMk/>
            <pc:sldMk cId="0" sldId="266"/>
            <ac:grpSpMk id="5" creationId="{CD322D80-CB85-3C32-4DE6-D940171831B6}"/>
          </ac:grpSpMkLst>
        </pc:grpChg>
        <pc:picChg chg="add mod">
          <ac:chgData name="Utilizador Convidado" userId="" providerId="Windows Live" clId="Web-{7059AEC8-A7E7-4259-BCED-53AA1270BE50}" dt="2025-01-15T18:06:48.102" v="895" actId="1076"/>
          <ac:picMkLst>
            <pc:docMk/>
            <pc:sldMk cId="0" sldId="266"/>
            <ac:picMk id="2" creationId="{ECED0BE3-2395-B4F8-CD1F-7542C99086F4}"/>
          </ac:picMkLst>
        </pc:picChg>
        <pc:picChg chg="add mod">
          <ac:chgData name="Utilizador Convidado" userId="" providerId="Windows Live" clId="Web-{7059AEC8-A7E7-4259-BCED-53AA1270BE50}" dt="2025-01-15T18:06:48.117" v="897" actId="1076"/>
          <ac:picMkLst>
            <pc:docMk/>
            <pc:sldMk cId="0" sldId="266"/>
            <ac:picMk id="3" creationId="{3A3D9671-0FFD-411A-768E-29F5CB0B37F7}"/>
          </ac:picMkLst>
        </pc:picChg>
        <pc:picChg chg="add mod">
          <ac:chgData name="Utilizador Convidado" userId="" providerId="Windows Live" clId="Web-{7059AEC8-A7E7-4259-BCED-53AA1270BE50}" dt="2025-01-15T18:09:44.288" v="913" actId="1076"/>
          <ac:picMkLst>
            <pc:docMk/>
            <pc:sldMk cId="0" sldId="266"/>
            <ac:picMk id="12" creationId="{8F827293-E5C0-4B65-7248-840FB2AD6153}"/>
          </ac:picMkLst>
        </pc:picChg>
      </pc:sldChg>
      <pc:sldChg chg="addSp delSp modSp ord">
        <pc:chgData name="Utilizador Convidado" userId="" providerId="Windows Live" clId="Web-{7059AEC8-A7E7-4259-BCED-53AA1270BE50}" dt="2025-01-15T18:29:39.751" v="1510"/>
        <pc:sldMkLst>
          <pc:docMk/>
          <pc:sldMk cId="0" sldId="272"/>
        </pc:sldMkLst>
        <pc:spChg chg="add mod">
          <ac:chgData name="Utilizador Convidado" userId="" providerId="Windows Live" clId="Web-{7059AEC8-A7E7-4259-BCED-53AA1270BE50}" dt="2025-01-15T18:27:37.814" v="1438" actId="20577"/>
          <ac:spMkLst>
            <pc:docMk/>
            <pc:sldMk cId="0" sldId="272"/>
            <ac:spMk id="4" creationId="{92F3F82D-57B5-5540-2205-1674990AC71D}"/>
          </ac:spMkLst>
        </pc:spChg>
        <pc:spChg chg="add mod">
          <ac:chgData name="Utilizador Convidado" userId="" providerId="Windows Live" clId="Web-{7059AEC8-A7E7-4259-BCED-53AA1270BE50}" dt="2025-01-15T18:26:49.642" v="1432" actId="1076"/>
          <ac:spMkLst>
            <pc:docMk/>
            <pc:sldMk cId="0" sldId="272"/>
            <ac:spMk id="5" creationId="{88D1A6BD-01B4-8A64-BDCB-53FBCD83FC60}"/>
          </ac:spMkLst>
        </pc:spChg>
        <pc:spChg chg="mod">
          <ac:chgData name="Utilizador Convidado" userId="" providerId="Windows Live" clId="Web-{7059AEC8-A7E7-4259-BCED-53AA1270BE50}" dt="2025-01-15T18:28:38.454" v="1507" actId="20577"/>
          <ac:spMkLst>
            <pc:docMk/>
            <pc:sldMk cId="0" sldId="272"/>
            <ac:spMk id="408" creationId="{00000000-0000-0000-0000-000000000000}"/>
          </ac:spMkLst>
        </pc:spChg>
        <pc:graphicFrameChg chg="add mod modGraphic">
          <ac:chgData name="Utilizador Convidado" userId="" providerId="Windows Live" clId="Web-{7059AEC8-A7E7-4259-BCED-53AA1270BE50}" dt="2025-01-15T18:28:06.220" v="1484"/>
          <ac:graphicFrameMkLst>
            <pc:docMk/>
            <pc:sldMk cId="0" sldId="272"/>
            <ac:graphicFrameMk id="3" creationId="{C380E581-12D2-43DE-0F72-7E4575F9D33A}"/>
          </ac:graphicFrameMkLst>
        </pc:graphicFrameChg>
        <pc:graphicFrameChg chg="add del mod modGraphic">
          <ac:chgData name="Utilizador Convidado" userId="" providerId="Windows Live" clId="Web-{7059AEC8-A7E7-4259-BCED-53AA1270BE50}" dt="2025-01-15T18:28:01.267" v="1458"/>
          <ac:graphicFrameMkLst>
            <pc:docMk/>
            <pc:sldMk cId="0" sldId="272"/>
            <ac:graphicFrameMk id="409" creationId="{00000000-0000-0000-0000-000000000000}"/>
          </ac:graphicFrameMkLst>
        </pc:graphicFrameChg>
      </pc:sldChg>
      <pc:sldChg chg="modSp">
        <pc:chgData name="Utilizador Convidado" userId="" providerId="Windows Live" clId="Web-{7059AEC8-A7E7-4259-BCED-53AA1270BE50}" dt="2025-01-15T16:24:18.395" v="24" actId="20577"/>
        <pc:sldMkLst>
          <pc:docMk/>
          <pc:sldMk cId="0" sldId="274"/>
        </pc:sldMkLst>
      </pc:sldChg>
      <pc:sldChg chg="modSp add replId">
        <pc:chgData name="Utilizador Convidado" userId="" providerId="Windows Live" clId="Web-{7059AEC8-A7E7-4259-BCED-53AA1270BE50}" dt="2025-01-15T18:30:07.626" v="1524" actId="1076"/>
        <pc:sldMkLst>
          <pc:docMk/>
          <pc:sldMk cId="2767374100" sldId="299"/>
        </pc:sldMkLst>
        <pc:spChg chg="mod">
          <ac:chgData name="Utilizador Convidado" userId="" providerId="Windows Live" clId="Web-{7059AEC8-A7E7-4259-BCED-53AA1270BE50}" dt="2025-01-15T18:30:07.626" v="1524" actId="1076"/>
          <ac:spMkLst>
            <pc:docMk/>
            <pc:sldMk cId="2767374100" sldId="299"/>
            <ac:spMk id="408" creationId="{00000000-0000-0000-0000-000000000000}"/>
          </ac:spMkLst>
        </pc:spChg>
      </pc:sldChg>
    </pc:docChg>
  </pc:docChgLst>
  <pc:docChgLst>
    <pc:chgData name="Leonor Franco" userId="156b44b1915ead2f" providerId="LiveId" clId="{03E2DAB8-898B-4C46-87F8-82F676F42D98}"/>
    <pc:docChg chg="modSld">
      <pc:chgData name="Leonor Franco" userId="156b44b1915ead2f" providerId="LiveId" clId="{03E2DAB8-898B-4C46-87F8-82F676F42D98}" dt="2025-01-17T12:01:46.316" v="113" actId="5793"/>
      <pc:docMkLst>
        <pc:docMk/>
      </pc:docMkLst>
      <pc:sldChg chg="modNotesTx">
        <pc:chgData name="Leonor Franco" userId="156b44b1915ead2f" providerId="LiveId" clId="{03E2DAB8-898B-4C46-87F8-82F676F42D98}" dt="2025-01-17T09:40:52.390" v="0"/>
        <pc:sldMkLst>
          <pc:docMk/>
          <pc:sldMk cId="0" sldId="256"/>
        </pc:sldMkLst>
      </pc:sldChg>
      <pc:sldChg chg="modNotesTx">
        <pc:chgData name="Leonor Franco" userId="156b44b1915ead2f" providerId="LiveId" clId="{03E2DAB8-898B-4C46-87F8-82F676F42D98}" dt="2025-01-17T12:01:46.316" v="113" actId="5793"/>
        <pc:sldMkLst>
          <pc:docMk/>
          <pc:sldMk cId="3293999146" sldId="301"/>
        </pc:sldMkLst>
      </pc:sldChg>
      <pc:sldChg chg="modNotesTx">
        <pc:chgData name="Leonor Franco" userId="156b44b1915ead2f" providerId="LiveId" clId="{03E2DAB8-898B-4C46-87F8-82F676F42D98}" dt="2025-01-17T12:00:34.260" v="111" actId="20577"/>
        <pc:sldMkLst>
          <pc:docMk/>
          <pc:sldMk cId="3936535161" sldId="304"/>
        </pc:sldMkLst>
      </pc:sldChg>
      <pc:sldChg chg="modNotesTx">
        <pc:chgData name="Leonor Franco" userId="156b44b1915ead2f" providerId="LiveId" clId="{03E2DAB8-898B-4C46-87F8-82F676F42D98}" dt="2025-01-17T11:44:57.283" v="77" actId="20577"/>
        <pc:sldMkLst>
          <pc:docMk/>
          <pc:sldMk cId="1174469593" sldId="305"/>
        </pc:sldMkLst>
      </pc:sldChg>
      <pc:sldChg chg="modNotesTx">
        <pc:chgData name="Leonor Franco" userId="156b44b1915ead2f" providerId="LiveId" clId="{03E2DAB8-898B-4C46-87F8-82F676F42D98}" dt="2025-01-17T11:58:46.892" v="85" actId="5793"/>
        <pc:sldMkLst>
          <pc:docMk/>
          <pc:sldMk cId="132922051" sldId="307"/>
        </pc:sldMkLst>
      </pc:sldChg>
    </pc:docChg>
  </pc:docChgLst>
  <pc:docChgLst>
    <pc:chgData name="Utilizador Convidado" providerId="Windows Live" clId="Web-{6CF01ACC-DD7C-42A4-A1EC-BC93274708A5}"/>
    <pc:docChg chg="modSld">
      <pc:chgData name="Utilizador Convidado" userId="" providerId="Windows Live" clId="Web-{6CF01ACC-DD7C-42A4-A1EC-BC93274708A5}" dt="2025-01-15T19:33:46.775" v="10" actId="20577"/>
      <pc:docMkLst>
        <pc:docMk/>
      </pc:docMkLst>
      <pc:sldChg chg="modSp">
        <pc:chgData name="Utilizador Convidado" userId="" providerId="Windows Live" clId="Web-{6CF01ACC-DD7C-42A4-A1EC-BC93274708A5}" dt="2025-01-15T19:32:58.868" v="3" actId="20577"/>
        <pc:sldMkLst>
          <pc:docMk/>
          <pc:sldMk cId="0" sldId="256"/>
        </pc:sldMkLst>
        <pc:spChg chg="mod">
          <ac:chgData name="Utilizador Convidado" userId="" providerId="Windows Live" clId="Web-{6CF01ACC-DD7C-42A4-A1EC-BC93274708A5}" dt="2025-01-15T19:32:58.868" v="3" actId="20577"/>
          <ac:spMkLst>
            <pc:docMk/>
            <pc:sldMk cId="0" sldId="256"/>
            <ac:spMk id="205" creationId="{00000000-0000-0000-0000-000000000000}"/>
          </ac:spMkLst>
        </pc:spChg>
      </pc:sldChg>
      <pc:sldChg chg="modSp">
        <pc:chgData name="Utilizador Convidado" userId="" providerId="Windows Live" clId="Web-{6CF01ACC-DD7C-42A4-A1EC-BC93274708A5}" dt="2025-01-15T19:33:46.775" v="10" actId="20577"/>
        <pc:sldMkLst>
          <pc:docMk/>
          <pc:sldMk cId="0" sldId="258"/>
        </pc:sldMkLst>
        <pc:spChg chg="mod">
          <ac:chgData name="Utilizador Convidado" userId="" providerId="Windows Live" clId="Web-{6CF01ACC-DD7C-42A4-A1EC-BC93274708A5}" dt="2025-01-15T19:33:22.478" v="4" actId="20577"/>
          <ac:spMkLst>
            <pc:docMk/>
            <pc:sldMk cId="0" sldId="258"/>
            <ac:spMk id="230" creationId="{00000000-0000-0000-0000-000000000000}"/>
          </ac:spMkLst>
        </pc:spChg>
        <pc:spChg chg="mod">
          <ac:chgData name="Utilizador Convidado" userId="" providerId="Windows Live" clId="Web-{6CF01ACC-DD7C-42A4-A1EC-BC93274708A5}" dt="2025-01-15T19:33:28.494" v="6" actId="20577"/>
          <ac:spMkLst>
            <pc:docMk/>
            <pc:sldMk cId="0" sldId="258"/>
            <ac:spMk id="231" creationId="{00000000-0000-0000-0000-000000000000}"/>
          </ac:spMkLst>
        </pc:spChg>
        <pc:spChg chg="mod">
          <ac:chgData name="Utilizador Convidado" userId="" providerId="Windows Live" clId="Web-{6CF01ACC-DD7C-42A4-A1EC-BC93274708A5}" dt="2025-01-15T19:33:32.697" v="8" actId="20577"/>
          <ac:spMkLst>
            <pc:docMk/>
            <pc:sldMk cId="0" sldId="258"/>
            <ac:spMk id="232" creationId="{00000000-0000-0000-0000-000000000000}"/>
          </ac:spMkLst>
        </pc:spChg>
        <pc:spChg chg="mod">
          <ac:chgData name="Utilizador Convidado" userId="" providerId="Windows Live" clId="Web-{6CF01ACC-DD7C-42A4-A1EC-BC93274708A5}" dt="2025-01-15T19:33:46.775" v="10" actId="20577"/>
          <ac:spMkLst>
            <pc:docMk/>
            <pc:sldMk cId="0" sldId="258"/>
            <ac:spMk id="233" creationId="{00000000-0000-0000-0000-000000000000}"/>
          </ac:spMkLst>
        </pc:spChg>
      </pc:sldChg>
    </pc:docChg>
  </pc:docChgLst>
  <pc:docChgLst>
    <pc:chgData name="Utilizador Convidado" providerId="Windows Live" clId="Web-{8BA952B9-379D-4389-8E9D-D1D28A9B9154}"/>
    <pc:docChg chg="modSld sldOrd">
      <pc:chgData name="Utilizador Convidado" userId="" providerId="Windows Live" clId="Web-{8BA952B9-379D-4389-8E9D-D1D28A9B9154}" dt="2025-01-17T09:28:37.424" v="10"/>
      <pc:docMkLst>
        <pc:docMk/>
      </pc:docMkLst>
      <pc:sldChg chg="ord">
        <pc:chgData name="Utilizador Convidado" userId="" providerId="Windows Live" clId="Web-{8BA952B9-379D-4389-8E9D-D1D28A9B9154}" dt="2025-01-17T09:09:27.378" v="0"/>
        <pc:sldMkLst>
          <pc:docMk/>
          <pc:sldMk cId="0" sldId="272"/>
        </pc:sldMkLst>
      </pc:sldChg>
      <pc:sldChg chg="addSp modSp">
        <pc:chgData name="Utilizador Convidado" userId="" providerId="Windows Live" clId="Web-{8BA952B9-379D-4389-8E9D-D1D28A9B9154}" dt="2025-01-17T09:28:37.424" v="10"/>
        <pc:sldMkLst>
          <pc:docMk/>
          <pc:sldMk cId="2767374100" sldId="299"/>
        </pc:sldMkLst>
        <pc:spChg chg="add mod">
          <ac:chgData name="Utilizador Convidado" userId="" providerId="Windows Live" clId="Web-{8BA952B9-379D-4389-8E9D-D1D28A9B9154}" dt="2025-01-17T09:28:37.424" v="10"/>
          <ac:spMkLst>
            <pc:docMk/>
            <pc:sldMk cId="2767374100" sldId="299"/>
            <ac:spMk id="2" creationId="{3BC55C71-5FE0-5013-DBA1-86EFC3DF6FD4}"/>
          </ac:spMkLst>
        </pc:spChg>
        <pc:graphicFrameChg chg="modGraphic">
          <ac:chgData name="Utilizador Convidado" userId="" providerId="Windows Live" clId="Web-{8BA952B9-379D-4389-8E9D-D1D28A9B9154}" dt="2025-01-17T09:27:31.922" v="2"/>
          <ac:graphicFrameMkLst>
            <pc:docMk/>
            <pc:sldMk cId="2767374100" sldId="299"/>
            <ac:graphicFrameMk id="409" creationId="{00000000-0000-0000-0000-000000000000}"/>
          </ac:graphicFrameMkLst>
        </pc:graphicFrameChg>
      </pc:sldChg>
    </pc:docChg>
  </pc:docChgLst>
  <pc:docChgLst>
    <pc:chgData name="Utilizador Convidado" providerId="Windows Live" clId="Web-{EF199589-109B-4668-BBA4-BFF0A3EE8303}"/>
    <pc:docChg chg="modSld">
      <pc:chgData name="Utilizador Convidado" userId="" providerId="Windows Live" clId="Web-{EF199589-109B-4668-BBA4-BFF0A3EE8303}" dt="2025-01-16T22:32:57.742" v="124"/>
      <pc:docMkLst>
        <pc:docMk/>
      </pc:docMkLst>
      <pc:sldChg chg="modSp">
        <pc:chgData name="Utilizador Convidado" userId="" providerId="Windows Live" clId="Web-{EF199589-109B-4668-BBA4-BFF0A3EE8303}" dt="2025-01-16T22:32:57.742" v="124"/>
        <pc:sldMkLst>
          <pc:docMk/>
          <pc:sldMk cId="2767374100" sldId="299"/>
        </pc:sldMkLst>
        <pc:graphicFrameChg chg="mod">
          <ac:chgData name="Utilizador Convidado" userId="" providerId="Windows Live" clId="Web-{EF199589-109B-4668-BBA4-BFF0A3EE8303}" dt="2025-01-16T22:32:29.506" v="92" actId="1076"/>
          <ac:graphicFrameMkLst>
            <pc:docMk/>
            <pc:sldMk cId="2767374100" sldId="299"/>
            <ac:graphicFrameMk id="3" creationId="{C380E581-12D2-43DE-0F72-7E4575F9D33A}"/>
          </ac:graphicFrameMkLst>
        </pc:graphicFrameChg>
        <pc:graphicFrameChg chg="mod modGraphic">
          <ac:chgData name="Utilizador Convidado" userId="" providerId="Windows Live" clId="Web-{EF199589-109B-4668-BBA4-BFF0A3EE8303}" dt="2025-01-16T22:32:57.742" v="124"/>
          <ac:graphicFrameMkLst>
            <pc:docMk/>
            <pc:sldMk cId="2767374100" sldId="299"/>
            <ac:graphicFrameMk id="409" creationId="{00000000-0000-0000-0000-000000000000}"/>
          </ac:graphicFrameMkLst>
        </pc:graphicFrameChg>
      </pc:sldChg>
    </pc:docChg>
  </pc:docChgLst>
  <pc:docChgLst>
    <pc:chgData name="Utilizador Convidado" providerId="Windows Live" clId="Web-{78D52028-F660-4D9A-B889-69E368D7CA5E}"/>
    <pc:docChg chg="modSld">
      <pc:chgData name="Utilizador Convidado" userId="" providerId="Windows Live" clId="Web-{78D52028-F660-4D9A-B889-69E368D7CA5E}" dt="2025-01-16T22:07:06.602" v="84" actId="20577"/>
      <pc:docMkLst>
        <pc:docMk/>
      </pc:docMkLst>
      <pc:sldChg chg="modSp">
        <pc:chgData name="Utilizador Convidado" userId="" providerId="Windows Live" clId="Web-{78D52028-F660-4D9A-B889-69E368D7CA5E}" dt="2025-01-16T22:07:06.602" v="84" actId="20577"/>
        <pc:sldMkLst>
          <pc:docMk/>
          <pc:sldMk cId="3293999146" sldId="301"/>
        </pc:sldMkLst>
        <pc:spChg chg="mod">
          <ac:chgData name="Utilizador Convidado" userId="" providerId="Windows Live" clId="Web-{78D52028-F660-4D9A-B889-69E368D7CA5E}" dt="2025-01-16T22:07:06.602" v="84" actId="20577"/>
          <ac:spMkLst>
            <pc:docMk/>
            <pc:sldMk cId="3293999146" sldId="301"/>
            <ac:spMk id="12" creationId="{C6F597CD-4357-EC78-753C-F4A6C068CBCB}"/>
          </ac:spMkLst>
        </pc:spChg>
      </pc:sldChg>
      <pc:sldChg chg="delSp modSp">
        <pc:chgData name="Utilizador Convidado" userId="" providerId="Windows Live" clId="Web-{78D52028-F660-4D9A-B889-69E368D7CA5E}" dt="2025-01-16T21:06:26.390" v="36" actId="20577"/>
        <pc:sldMkLst>
          <pc:docMk/>
          <pc:sldMk cId="3936535161" sldId="304"/>
        </pc:sldMkLst>
        <pc:spChg chg="del mod">
          <ac:chgData name="Utilizador Convidado" userId="" providerId="Windows Live" clId="Web-{78D52028-F660-4D9A-B889-69E368D7CA5E}" dt="2025-01-16T21:05:59.499" v="31"/>
          <ac:spMkLst>
            <pc:docMk/>
            <pc:sldMk cId="3936535161" sldId="304"/>
            <ac:spMk id="8" creationId="{752D9D98-005B-FF73-4A37-6A52A73A1DE0}"/>
          </ac:spMkLst>
        </pc:spChg>
        <pc:spChg chg="mod">
          <ac:chgData name="Utilizador Convidado" userId="" providerId="Windows Live" clId="Web-{78D52028-F660-4D9A-B889-69E368D7CA5E}" dt="2025-01-16T21:06:26.390" v="36" actId="20577"/>
          <ac:spMkLst>
            <pc:docMk/>
            <pc:sldMk cId="3936535161" sldId="304"/>
            <ac:spMk id="520" creationId="{53DAB407-709D-B238-6DB1-F9D44894C448}"/>
          </ac:spMkLst>
        </pc:spChg>
      </pc:sldChg>
      <pc:sldChg chg="addSp modSp">
        <pc:chgData name="Utilizador Convidado" userId="" providerId="Windows Live" clId="Web-{78D52028-F660-4D9A-B889-69E368D7CA5E}" dt="2025-01-16T21:12:07.076" v="74" actId="1076"/>
        <pc:sldMkLst>
          <pc:docMk/>
          <pc:sldMk cId="1174469593" sldId="305"/>
        </pc:sldMkLst>
        <pc:spChg chg="add mod">
          <ac:chgData name="Utilizador Convidado" userId="" providerId="Windows Live" clId="Web-{78D52028-F660-4D9A-B889-69E368D7CA5E}" dt="2025-01-16T21:11:50.122" v="72"/>
          <ac:spMkLst>
            <pc:docMk/>
            <pc:sldMk cId="1174469593" sldId="305"/>
            <ac:spMk id="3" creationId="{8B21DAAB-C241-D1A6-BE76-46EA90D06BAE}"/>
          </ac:spMkLst>
        </pc:spChg>
        <pc:cxnChg chg="add mod">
          <ac:chgData name="Utilizador Convidado" userId="" providerId="Windows Live" clId="Web-{78D52028-F660-4D9A-B889-69E368D7CA5E}" dt="2025-01-16T21:12:07.076" v="74" actId="1076"/>
          <ac:cxnSpMkLst>
            <pc:docMk/>
            <pc:sldMk cId="1174469593" sldId="305"/>
            <ac:cxnSpMk id="4" creationId="{0F750684-E3CB-FF77-486B-D81FA6B78232}"/>
          </ac:cxnSpMkLst>
        </pc:cxnChg>
        <pc:cxnChg chg="add mod">
          <ac:chgData name="Utilizador Convidado" userId="" providerId="Windows Live" clId="Web-{78D52028-F660-4D9A-B889-69E368D7CA5E}" dt="2025-01-16T21:12:03.357" v="73" actId="1076"/>
          <ac:cxnSpMkLst>
            <pc:docMk/>
            <pc:sldMk cId="1174469593" sldId="305"/>
            <ac:cxnSpMk id="5" creationId="{12999968-FA01-21FA-611E-6DAB5942B7B0}"/>
          </ac:cxnSpMkLst>
        </pc:cxnChg>
      </pc:sldChg>
      <pc:sldChg chg="modSp">
        <pc:chgData name="Utilizador Convidado" userId="" providerId="Windows Live" clId="Web-{78D52028-F660-4D9A-B889-69E368D7CA5E}" dt="2025-01-16T22:06:41.304" v="82" actId="14100"/>
        <pc:sldMkLst>
          <pc:docMk/>
          <pc:sldMk cId="132922051" sldId="307"/>
        </pc:sldMkLst>
        <pc:spChg chg="mod">
          <ac:chgData name="Utilizador Convidado" userId="" providerId="Windows Live" clId="Web-{78D52028-F660-4D9A-B889-69E368D7CA5E}" dt="2025-01-16T22:05:21.629" v="79" actId="20577"/>
          <ac:spMkLst>
            <pc:docMk/>
            <pc:sldMk cId="132922051" sldId="307"/>
            <ac:spMk id="8" creationId="{8ABA3D97-305A-8483-0FF1-B013E58490E6}"/>
          </ac:spMkLst>
        </pc:spChg>
        <pc:spChg chg="mod">
          <ac:chgData name="Utilizador Convidado" userId="" providerId="Windows Live" clId="Web-{78D52028-F660-4D9A-B889-69E368D7CA5E}" dt="2025-01-16T21:17:39.902" v="75" actId="20577"/>
          <ac:spMkLst>
            <pc:docMk/>
            <pc:sldMk cId="132922051" sldId="307"/>
            <ac:spMk id="15" creationId="{5380DFB1-05CD-6093-0B23-E100DC42A6B2}"/>
          </ac:spMkLst>
        </pc:spChg>
        <pc:spChg chg="mod">
          <ac:chgData name="Utilizador Convidado" userId="" providerId="Windows Live" clId="Web-{78D52028-F660-4D9A-B889-69E368D7CA5E}" dt="2025-01-16T21:17:46.262" v="77" actId="20577"/>
          <ac:spMkLst>
            <pc:docMk/>
            <pc:sldMk cId="132922051" sldId="307"/>
            <ac:spMk id="17" creationId="{4C145BDC-6808-CE97-F8DE-148FC96C38F9}"/>
          </ac:spMkLst>
        </pc:spChg>
        <pc:spChg chg="mod">
          <ac:chgData name="Utilizador Convidado" userId="" providerId="Windows Live" clId="Web-{78D52028-F660-4D9A-B889-69E368D7CA5E}" dt="2025-01-16T21:17:53.731" v="78" actId="1076"/>
          <ac:spMkLst>
            <pc:docMk/>
            <pc:sldMk cId="132922051" sldId="307"/>
            <ac:spMk id="22" creationId="{15EB1003-B909-AC87-25F0-A8DD464CF8DD}"/>
          </ac:spMkLst>
        </pc:spChg>
        <pc:spChg chg="mod">
          <ac:chgData name="Utilizador Convidado" userId="" providerId="Windows Live" clId="Web-{78D52028-F660-4D9A-B889-69E368D7CA5E}" dt="2025-01-16T22:06:41.304" v="82" actId="14100"/>
          <ac:spMkLst>
            <pc:docMk/>
            <pc:sldMk cId="132922051" sldId="307"/>
            <ac:spMk id="328" creationId="{14B214C8-E666-1E85-86E9-02754D1E0158}"/>
          </ac:spMkLst>
        </pc:spChg>
      </pc:sldChg>
    </pc:docChg>
  </pc:docChgLst>
  <pc:docChgLst>
    <pc:chgData name="Utilizador Convidado" providerId="Windows Live" clId="Web-{45C09557-CBD7-46A7-A989-65A637C020DB}"/>
    <pc:docChg chg="addSld delSld modSld sldOrd">
      <pc:chgData name="Utilizador Convidado" userId="" providerId="Windows Live" clId="Web-{45C09557-CBD7-46A7-A989-65A637C020DB}" dt="2025-01-16T10:00:10.504" v="821" actId="1076"/>
      <pc:docMkLst>
        <pc:docMk/>
      </pc:docMkLst>
      <pc:sldChg chg="modSp">
        <pc:chgData name="Utilizador Convidado" userId="" providerId="Windows Live" clId="Web-{45C09557-CBD7-46A7-A989-65A637C020DB}" dt="2025-01-16T09:23:34.822" v="230" actId="20577"/>
        <pc:sldMkLst>
          <pc:docMk/>
          <pc:sldMk cId="140378181" sldId="298"/>
        </pc:sldMkLst>
        <pc:spChg chg="mod">
          <ac:chgData name="Utilizador Convidado" userId="" providerId="Windows Live" clId="Web-{45C09557-CBD7-46A7-A989-65A637C020DB}" dt="2025-01-16T09:23:34.822" v="230" actId="20577"/>
          <ac:spMkLst>
            <pc:docMk/>
            <pc:sldMk cId="140378181" sldId="298"/>
            <ac:spMk id="46" creationId="{B02B4926-D6E0-9768-0B7E-9534781CB46A}"/>
          </ac:spMkLst>
        </pc:spChg>
      </pc:sldChg>
      <pc:sldChg chg="addSp delSp modSp ord">
        <pc:chgData name="Utilizador Convidado" userId="" providerId="Windows Live" clId="Web-{45C09557-CBD7-46A7-A989-65A637C020DB}" dt="2025-01-16T10:00:10.504" v="821" actId="1076"/>
        <pc:sldMkLst>
          <pc:docMk/>
          <pc:sldMk cId="3293999146" sldId="301"/>
        </pc:sldMkLst>
        <pc:spChg chg="add mod">
          <ac:chgData name="Utilizador Convidado" userId="" providerId="Windows Live" clId="Web-{45C09557-CBD7-46A7-A989-65A637C020DB}" dt="2025-01-16T09:47:52.954" v="645" actId="20577"/>
          <ac:spMkLst>
            <pc:docMk/>
            <pc:sldMk cId="3293999146" sldId="301"/>
            <ac:spMk id="3" creationId="{9CFEA807-08BF-D589-3AFA-A6CE2B641831}"/>
          </ac:spMkLst>
        </pc:spChg>
        <pc:spChg chg="add del mod">
          <ac:chgData name="Utilizador Convidado" userId="" providerId="Windows Live" clId="Web-{45C09557-CBD7-46A7-A989-65A637C020DB}" dt="2025-01-16T09:44:51.793" v="615"/>
          <ac:spMkLst>
            <pc:docMk/>
            <pc:sldMk cId="3293999146" sldId="301"/>
            <ac:spMk id="4" creationId="{996579A1-F62D-F619-DC17-8F3AD5E9D305}"/>
          </ac:spMkLst>
        </pc:spChg>
        <pc:spChg chg="del">
          <ac:chgData name="Utilizador Convidado" userId="" providerId="Windows Live" clId="Web-{45C09557-CBD7-46A7-A989-65A637C020DB}" dt="2025-01-16T09:45:05.606" v="630"/>
          <ac:spMkLst>
            <pc:docMk/>
            <pc:sldMk cId="3293999146" sldId="301"/>
            <ac:spMk id="7" creationId="{4EA8E8B2-2FA5-6B82-7516-77041556E553}"/>
          </ac:spMkLst>
        </pc:spChg>
        <pc:spChg chg="add del mod">
          <ac:chgData name="Utilizador Convidado" userId="" providerId="Windows Live" clId="Web-{45C09557-CBD7-46A7-A989-65A637C020DB}" dt="2025-01-16T09:48:21.470" v="648"/>
          <ac:spMkLst>
            <pc:docMk/>
            <pc:sldMk cId="3293999146" sldId="301"/>
            <ac:spMk id="10" creationId="{F8AF21FB-BCA2-E643-ABDD-89BD6A256DEC}"/>
          </ac:spMkLst>
        </pc:spChg>
        <pc:spChg chg="add mod">
          <ac:chgData name="Utilizador Convidado" userId="" providerId="Windows Live" clId="Web-{45C09557-CBD7-46A7-A989-65A637C020DB}" dt="2025-01-16T09:51:35.647" v="698" actId="20577"/>
          <ac:spMkLst>
            <pc:docMk/>
            <pc:sldMk cId="3293999146" sldId="301"/>
            <ac:spMk id="12" creationId="{C6F597CD-4357-EC78-753C-F4A6C068CBCB}"/>
          </ac:spMkLst>
        </pc:spChg>
        <pc:spChg chg="add mod">
          <ac:chgData name="Utilizador Convidado" userId="" providerId="Windows Live" clId="Web-{45C09557-CBD7-46A7-A989-65A637C020DB}" dt="2025-01-16T10:00:10.317" v="810" actId="1076"/>
          <ac:spMkLst>
            <pc:docMk/>
            <pc:sldMk cId="3293999146" sldId="301"/>
            <ac:spMk id="14" creationId="{19FB2885-485A-1491-2546-FB76C6A957C7}"/>
          </ac:spMkLst>
        </pc:spChg>
        <pc:spChg chg="add mod">
          <ac:chgData name="Utilizador Convidado" userId="" providerId="Windows Live" clId="Web-{45C09557-CBD7-46A7-A989-65A637C020DB}" dt="2025-01-16T10:00:10.348" v="811" actId="1076"/>
          <ac:spMkLst>
            <pc:docMk/>
            <pc:sldMk cId="3293999146" sldId="301"/>
            <ac:spMk id="16" creationId="{9D8B539C-5BB2-E04F-0CB5-351EDA48A460}"/>
          </ac:spMkLst>
        </pc:spChg>
        <pc:spChg chg="add mod">
          <ac:chgData name="Utilizador Convidado" userId="" providerId="Windows Live" clId="Web-{45C09557-CBD7-46A7-A989-65A637C020DB}" dt="2025-01-16T10:00:10.364" v="812" actId="1076"/>
          <ac:spMkLst>
            <pc:docMk/>
            <pc:sldMk cId="3293999146" sldId="301"/>
            <ac:spMk id="17" creationId="{47895C72-96A6-3A24-27EF-5BC8EB16C365}"/>
          </ac:spMkLst>
        </pc:spChg>
        <pc:spChg chg="add mod">
          <ac:chgData name="Utilizador Convidado" userId="" providerId="Windows Live" clId="Web-{45C09557-CBD7-46A7-A989-65A637C020DB}" dt="2025-01-16T10:00:10.379" v="813" actId="1076"/>
          <ac:spMkLst>
            <pc:docMk/>
            <pc:sldMk cId="3293999146" sldId="301"/>
            <ac:spMk id="18" creationId="{9D76369B-90EE-DB4C-110F-F3DD8B8CE084}"/>
          </ac:spMkLst>
        </pc:spChg>
        <pc:spChg chg="add mod">
          <ac:chgData name="Utilizador Convidado" userId="" providerId="Windows Live" clId="Web-{45C09557-CBD7-46A7-A989-65A637C020DB}" dt="2025-01-16T10:00:10.395" v="814" actId="1076"/>
          <ac:spMkLst>
            <pc:docMk/>
            <pc:sldMk cId="3293999146" sldId="301"/>
            <ac:spMk id="19" creationId="{C8CC36A9-EF0B-727C-2A57-2EF7A9B8B620}"/>
          </ac:spMkLst>
        </pc:spChg>
        <pc:spChg chg="add del mod">
          <ac:chgData name="Utilizador Convidado" userId="" providerId="Windows Live" clId="Web-{45C09557-CBD7-46A7-A989-65A637C020DB}" dt="2025-01-16T09:55:03.059" v="757"/>
          <ac:spMkLst>
            <pc:docMk/>
            <pc:sldMk cId="3293999146" sldId="301"/>
            <ac:spMk id="20" creationId="{3641D8AA-83A6-2723-C946-6A94DB2AA854}"/>
          </ac:spMkLst>
        </pc:spChg>
        <pc:spChg chg="add mod">
          <ac:chgData name="Utilizador Convidado" userId="" providerId="Windows Live" clId="Web-{45C09557-CBD7-46A7-A989-65A637C020DB}" dt="2025-01-16T10:00:10.426" v="815" actId="1076"/>
          <ac:spMkLst>
            <pc:docMk/>
            <pc:sldMk cId="3293999146" sldId="301"/>
            <ac:spMk id="21" creationId="{CC754DD1-900D-B92E-5A03-CC31AE1A116B}"/>
          </ac:spMkLst>
        </pc:spChg>
        <pc:spChg chg="add mod">
          <ac:chgData name="Utilizador Convidado" userId="" providerId="Windows Live" clId="Web-{45C09557-CBD7-46A7-A989-65A637C020DB}" dt="2025-01-16T10:00:10.489" v="820" actId="1076"/>
          <ac:spMkLst>
            <pc:docMk/>
            <pc:sldMk cId="3293999146" sldId="301"/>
            <ac:spMk id="27" creationId="{277B0A50-0780-980F-4DB9-E1DFF93AC29B}"/>
          </ac:spMkLst>
        </pc:spChg>
        <pc:spChg chg="add mod">
          <ac:chgData name="Utilizador Convidado" userId="" providerId="Windows Live" clId="Web-{45C09557-CBD7-46A7-A989-65A637C020DB}" dt="2025-01-16T10:00:10.504" v="821" actId="1076"/>
          <ac:spMkLst>
            <pc:docMk/>
            <pc:sldMk cId="3293999146" sldId="301"/>
            <ac:spMk id="28" creationId="{C8CB0B9A-C713-02DF-2F4F-F10FE7C61995}"/>
          </ac:spMkLst>
        </pc:spChg>
        <pc:spChg chg="del mod">
          <ac:chgData name="Utilizador Convidado" userId="" providerId="Windows Live" clId="Web-{45C09557-CBD7-46A7-A989-65A637C020DB}" dt="2025-01-16T09:44:45.011" v="612"/>
          <ac:spMkLst>
            <pc:docMk/>
            <pc:sldMk cId="3293999146" sldId="301"/>
            <ac:spMk id="408" creationId="{C92541A1-1F66-0157-3A37-6485D3925844}"/>
          </ac:spMkLst>
        </pc:spChg>
        <pc:picChg chg="add del mod">
          <ac:chgData name="Utilizador Convidado" userId="" providerId="Windows Live" clId="Web-{45C09557-CBD7-46A7-A989-65A637C020DB}" dt="2025-01-16T09:45:50.591" v="635"/>
          <ac:picMkLst>
            <pc:docMk/>
            <pc:sldMk cId="3293999146" sldId="301"/>
            <ac:picMk id="5" creationId="{DE321A36-3B2E-CE92-5B5A-0FE5C8D219FC}"/>
          </ac:picMkLst>
        </pc:picChg>
        <pc:picChg chg="del">
          <ac:chgData name="Utilizador Convidado" userId="" providerId="Windows Live" clId="Web-{45C09557-CBD7-46A7-A989-65A637C020DB}" dt="2025-01-16T09:44:10.979" v="603"/>
          <ac:picMkLst>
            <pc:docMk/>
            <pc:sldMk cId="3293999146" sldId="301"/>
            <ac:picMk id="6" creationId="{A0FA9573-63E1-9684-4216-077A47671D80}"/>
          </ac:picMkLst>
        </pc:picChg>
        <pc:picChg chg="add mod">
          <ac:chgData name="Utilizador Convidado" userId="" providerId="Windows Live" clId="Web-{45C09557-CBD7-46A7-A989-65A637C020DB}" dt="2025-01-16T09:47:36.500" v="641" actId="1076"/>
          <ac:picMkLst>
            <pc:docMk/>
            <pc:sldMk cId="3293999146" sldId="301"/>
            <ac:picMk id="8" creationId="{E92F5D4A-DAB5-8A7D-FF9D-19454D6AC633}"/>
          </ac:picMkLst>
        </pc:picChg>
        <pc:cxnChg chg="add mod">
          <ac:chgData name="Utilizador Convidado" userId="" providerId="Windows Live" clId="Web-{45C09557-CBD7-46A7-A989-65A637C020DB}" dt="2025-01-16T10:00:10.426" v="816" actId="1076"/>
          <ac:cxnSpMkLst>
            <pc:docMk/>
            <pc:sldMk cId="3293999146" sldId="301"/>
            <ac:cxnSpMk id="23" creationId="{DB881766-2772-3676-77EB-C43F08F5D426}"/>
          </ac:cxnSpMkLst>
        </pc:cxnChg>
        <pc:cxnChg chg="add mod">
          <ac:chgData name="Utilizador Convidado" userId="" providerId="Windows Live" clId="Web-{45C09557-CBD7-46A7-A989-65A637C020DB}" dt="2025-01-16T10:00:10.442" v="817" actId="1076"/>
          <ac:cxnSpMkLst>
            <pc:docMk/>
            <pc:sldMk cId="3293999146" sldId="301"/>
            <ac:cxnSpMk id="24" creationId="{EAF536F4-C026-4B77-A8A4-AAED6D2F57C1}"/>
          </ac:cxnSpMkLst>
        </pc:cxnChg>
        <pc:cxnChg chg="add mod">
          <ac:chgData name="Utilizador Convidado" userId="" providerId="Windows Live" clId="Web-{45C09557-CBD7-46A7-A989-65A637C020DB}" dt="2025-01-16T10:00:10.458" v="818" actId="1076"/>
          <ac:cxnSpMkLst>
            <pc:docMk/>
            <pc:sldMk cId="3293999146" sldId="301"/>
            <ac:cxnSpMk id="25" creationId="{3C644457-28B5-7CD3-2296-2A194AA49849}"/>
          </ac:cxnSpMkLst>
        </pc:cxnChg>
        <pc:cxnChg chg="add mod">
          <ac:chgData name="Utilizador Convidado" userId="" providerId="Windows Live" clId="Web-{45C09557-CBD7-46A7-A989-65A637C020DB}" dt="2025-01-16T10:00:10.473" v="819" actId="1076"/>
          <ac:cxnSpMkLst>
            <pc:docMk/>
            <pc:sldMk cId="3293999146" sldId="301"/>
            <ac:cxnSpMk id="26" creationId="{9545BEA8-A11E-D3C9-4A1C-4A4E0B7BE18D}"/>
          </ac:cxnSpMkLst>
        </pc:cxnChg>
      </pc:sldChg>
      <pc:sldChg chg="addSp modSp">
        <pc:chgData name="Utilizador Convidado" userId="" providerId="Windows Live" clId="Web-{45C09557-CBD7-46A7-A989-65A637C020DB}" dt="2025-01-16T08:47:48.031" v="3" actId="1076"/>
        <pc:sldMkLst>
          <pc:docMk/>
          <pc:sldMk cId="1174469593" sldId="305"/>
        </pc:sldMkLst>
        <pc:picChg chg="add mod">
          <ac:chgData name="Utilizador Convidado" userId="" providerId="Windows Live" clId="Web-{45C09557-CBD7-46A7-A989-65A637C020DB}" dt="2025-01-16T08:47:48.031" v="3" actId="1076"/>
          <ac:picMkLst>
            <pc:docMk/>
            <pc:sldMk cId="1174469593" sldId="305"/>
            <ac:picMk id="2" creationId="{DE0FC96F-EC13-7FFA-B48E-355E2D373CAF}"/>
          </ac:picMkLst>
        </pc:picChg>
      </pc:sldChg>
      <pc:sldChg chg="addSp delSp modSp">
        <pc:chgData name="Utilizador Convidado" userId="" providerId="Windows Live" clId="Web-{45C09557-CBD7-46A7-A989-65A637C020DB}" dt="2025-01-16T09:43:33.447" v="600" actId="20577"/>
        <pc:sldMkLst>
          <pc:docMk/>
          <pc:sldMk cId="1776206173" sldId="306"/>
        </pc:sldMkLst>
        <pc:spChg chg="add mod">
          <ac:chgData name="Utilizador Convidado" userId="" providerId="Windows Live" clId="Web-{45C09557-CBD7-46A7-A989-65A637C020DB}" dt="2025-01-16T09:43:26.400" v="599" actId="20577"/>
          <ac:spMkLst>
            <pc:docMk/>
            <pc:sldMk cId="1776206173" sldId="306"/>
            <ac:spMk id="4" creationId="{025B36D9-9B98-4190-A4B5-159270FEBB1B}"/>
          </ac:spMkLst>
        </pc:spChg>
        <pc:spChg chg="add mod">
          <ac:chgData name="Utilizador Convidado" userId="" providerId="Windows Live" clId="Web-{45C09557-CBD7-46A7-A989-65A637C020DB}" dt="2025-01-16T09:11:32.178" v="132" actId="1076"/>
          <ac:spMkLst>
            <pc:docMk/>
            <pc:sldMk cId="1776206173" sldId="306"/>
            <ac:spMk id="7" creationId="{586A141C-8313-07F1-5D90-4243D9FBFBCF}"/>
          </ac:spMkLst>
        </pc:spChg>
        <pc:spChg chg="add mod">
          <ac:chgData name="Utilizador Convidado" userId="" providerId="Windows Live" clId="Web-{45C09557-CBD7-46A7-A989-65A637C020DB}" dt="2025-01-16T09:11:32.209" v="133" actId="1076"/>
          <ac:spMkLst>
            <pc:docMk/>
            <pc:sldMk cId="1776206173" sldId="306"/>
            <ac:spMk id="8" creationId="{8979C72C-972A-221F-1776-264A441F446B}"/>
          </ac:spMkLst>
        </pc:spChg>
        <pc:spChg chg="add mod">
          <ac:chgData name="Utilizador Convidado" userId="" providerId="Windows Live" clId="Web-{45C09557-CBD7-46A7-A989-65A637C020DB}" dt="2025-01-16T09:11:32.225" v="134" actId="1076"/>
          <ac:spMkLst>
            <pc:docMk/>
            <pc:sldMk cId="1776206173" sldId="306"/>
            <ac:spMk id="9" creationId="{F615B03A-3212-C6A5-FD9C-C86E32079BF2}"/>
          </ac:spMkLst>
        </pc:spChg>
        <pc:spChg chg="add del mod">
          <ac:chgData name="Utilizador Convidado" userId="" providerId="Windows Live" clId="Web-{45C09557-CBD7-46A7-A989-65A637C020DB}" dt="2025-01-16T09:09:34.769" v="118"/>
          <ac:spMkLst>
            <pc:docMk/>
            <pc:sldMk cId="1776206173" sldId="306"/>
            <ac:spMk id="10" creationId="{4ED01B2F-323E-1A4B-4E56-99D77C7FB030}"/>
          </ac:spMkLst>
        </pc:spChg>
        <pc:spChg chg="add mod">
          <ac:chgData name="Utilizador Convidado" userId="" providerId="Windows Live" clId="Web-{45C09557-CBD7-46A7-A989-65A637C020DB}" dt="2025-01-16T09:11:32.225" v="135" actId="1076"/>
          <ac:spMkLst>
            <pc:docMk/>
            <pc:sldMk cId="1776206173" sldId="306"/>
            <ac:spMk id="11" creationId="{915707D1-BF8B-323F-F1E3-54BC553C8366}"/>
          </ac:spMkLst>
        </pc:spChg>
        <pc:spChg chg="add mod">
          <ac:chgData name="Utilizador Convidado" userId="" providerId="Windows Live" clId="Web-{45C09557-CBD7-46A7-A989-65A637C020DB}" dt="2025-01-16T09:17:30.328" v="186" actId="1076"/>
          <ac:spMkLst>
            <pc:docMk/>
            <pc:sldMk cId="1776206173" sldId="306"/>
            <ac:spMk id="12" creationId="{A0C49B56-7D7B-0E87-5AC8-0F37FD19A1EA}"/>
          </ac:spMkLst>
        </pc:spChg>
        <pc:spChg chg="add mod">
          <ac:chgData name="Utilizador Convidado" userId="" providerId="Windows Live" clId="Web-{45C09557-CBD7-46A7-A989-65A637C020DB}" dt="2025-01-16T09:43:33.447" v="600" actId="20577"/>
          <ac:spMkLst>
            <pc:docMk/>
            <pc:sldMk cId="1776206173" sldId="306"/>
            <ac:spMk id="23" creationId="{0D28F0E6-AD55-4B09-EF05-16063A7756B6}"/>
          </ac:spMkLst>
        </pc:spChg>
        <pc:picChg chg="add mod">
          <ac:chgData name="Utilizador Convidado" userId="" providerId="Windows Live" clId="Web-{45C09557-CBD7-46A7-A989-65A637C020DB}" dt="2025-01-16T09:19:30.894" v="209" actId="1076"/>
          <ac:picMkLst>
            <pc:docMk/>
            <pc:sldMk cId="1776206173" sldId="306"/>
            <ac:picMk id="5" creationId="{7689E9B6-DA37-6305-8831-4572393DB97C}"/>
          </ac:picMkLst>
        </pc:picChg>
        <pc:cxnChg chg="add mod">
          <ac:chgData name="Utilizador Convidado" userId="" providerId="Windows Live" clId="Web-{45C09557-CBD7-46A7-A989-65A637C020DB}" dt="2025-01-16T09:11:57.085" v="139" actId="14100"/>
          <ac:cxnSpMkLst>
            <pc:docMk/>
            <pc:sldMk cId="1776206173" sldId="306"/>
            <ac:cxnSpMk id="13" creationId="{122387CF-295E-C125-0CCD-4EE2B7BB472C}"/>
          </ac:cxnSpMkLst>
        </pc:cxnChg>
        <pc:cxnChg chg="add del mod">
          <ac:chgData name="Utilizador Convidado" userId="" providerId="Windows Live" clId="Web-{45C09557-CBD7-46A7-A989-65A637C020DB}" dt="2025-01-16T09:12:38.945" v="145"/>
          <ac:cxnSpMkLst>
            <pc:docMk/>
            <pc:sldMk cId="1776206173" sldId="306"/>
            <ac:cxnSpMk id="14" creationId="{1900C678-B443-F833-9BC5-34FFE50941BB}"/>
          </ac:cxnSpMkLst>
        </pc:cxnChg>
        <pc:cxnChg chg="add del mod">
          <ac:chgData name="Utilizador Convidado" userId="" providerId="Windows Live" clId="Web-{45C09557-CBD7-46A7-A989-65A637C020DB}" dt="2025-01-16T09:13:16.493" v="149"/>
          <ac:cxnSpMkLst>
            <pc:docMk/>
            <pc:sldMk cId="1776206173" sldId="306"/>
            <ac:cxnSpMk id="15" creationId="{D0AD9032-3583-D2B3-B552-D058B35BE543}"/>
          </ac:cxnSpMkLst>
        </pc:cxnChg>
        <pc:cxnChg chg="add mod">
          <ac:chgData name="Utilizador Convidado" userId="" providerId="Windows Live" clId="Web-{45C09557-CBD7-46A7-A989-65A637C020DB}" dt="2025-01-16T09:14:11.698" v="157" actId="14100"/>
          <ac:cxnSpMkLst>
            <pc:docMk/>
            <pc:sldMk cId="1776206173" sldId="306"/>
            <ac:cxnSpMk id="16" creationId="{92B2A222-1091-12A5-E931-21D25AB1C75B}"/>
          </ac:cxnSpMkLst>
        </pc:cxnChg>
        <pc:cxnChg chg="add mod">
          <ac:chgData name="Utilizador Convidado" userId="" providerId="Windows Live" clId="Web-{45C09557-CBD7-46A7-A989-65A637C020DB}" dt="2025-01-16T09:14:07.948" v="156" actId="14100"/>
          <ac:cxnSpMkLst>
            <pc:docMk/>
            <pc:sldMk cId="1776206173" sldId="306"/>
            <ac:cxnSpMk id="17" creationId="{1846E392-3981-3550-C15E-69538950ED1C}"/>
          </ac:cxnSpMkLst>
        </pc:cxnChg>
        <pc:cxnChg chg="add del mod">
          <ac:chgData name="Utilizador Convidado" userId="" providerId="Windows Live" clId="Web-{45C09557-CBD7-46A7-A989-65A637C020DB}" dt="2025-01-16T09:15:10.418" v="164"/>
          <ac:cxnSpMkLst>
            <pc:docMk/>
            <pc:sldMk cId="1776206173" sldId="306"/>
            <ac:cxnSpMk id="18" creationId="{8B87E7EA-B2DA-4525-C7F6-05B1F089AE08}"/>
          </ac:cxnSpMkLst>
        </pc:cxnChg>
        <pc:cxnChg chg="add mod">
          <ac:chgData name="Utilizador Convidado" userId="" providerId="Windows Live" clId="Web-{45C09557-CBD7-46A7-A989-65A637C020DB}" dt="2025-01-16T09:17:25.437" v="185" actId="1076"/>
          <ac:cxnSpMkLst>
            <pc:docMk/>
            <pc:sldMk cId="1776206173" sldId="306"/>
            <ac:cxnSpMk id="19" creationId="{63F52AC3-E2BF-0707-839A-F18900790FEE}"/>
          </ac:cxnSpMkLst>
        </pc:cxnChg>
        <pc:cxnChg chg="add mod">
          <ac:chgData name="Utilizador Convidado" userId="" providerId="Windows Live" clId="Web-{45C09557-CBD7-46A7-A989-65A637C020DB}" dt="2025-01-16T09:16:32.686" v="175" actId="14100"/>
          <ac:cxnSpMkLst>
            <pc:docMk/>
            <pc:sldMk cId="1776206173" sldId="306"/>
            <ac:cxnSpMk id="20" creationId="{D7428C34-21CA-5F91-8913-EC30F76448BE}"/>
          </ac:cxnSpMkLst>
        </pc:cxnChg>
        <pc:cxnChg chg="add mod">
          <ac:chgData name="Utilizador Convidado" userId="" providerId="Windows Live" clId="Web-{45C09557-CBD7-46A7-A989-65A637C020DB}" dt="2025-01-16T09:16:44.327" v="177" actId="1076"/>
          <ac:cxnSpMkLst>
            <pc:docMk/>
            <pc:sldMk cId="1776206173" sldId="306"/>
            <ac:cxnSpMk id="21" creationId="{18C51E37-A0FB-63FF-77E1-37B2DCF76A88}"/>
          </ac:cxnSpMkLst>
        </pc:cxnChg>
        <pc:cxnChg chg="add mod">
          <ac:chgData name="Utilizador Convidado" userId="" providerId="Windows Live" clId="Web-{45C09557-CBD7-46A7-A989-65A637C020DB}" dt="2025-01-16T09:17:49.110" v="189" actId="14100"/>
          <ac:cxnSpMkLst>
            <pc:docMk/>
            <pc:sldMk cId="1776206173" sldId="306"/>
            <ac:cxnSpMk id="22" creationId="{4CA9E23A-70DD-9C45-DB91-2A8C196E6384}"/>
          </ac:cxnSpMkLst>
        </pc:cxnChg>
      </pc:sldChg>
      <pc:sldChg chg="addSp delSp modSp">
        <pc:chgData name="Utilizador Convidado" userId="" providerId="Windows Live" clId="Web-{45C09557-CBD7-46A7-A989-65A637C020DB}" dt="2025-01-16T09:51:16.819" v="697" actId="20577"/>
        <pc:sldMkLst>
          <pc:docMk/>
          <pc:sldMk cId="132922051" sldId="307"/>
        </pc:sldMkLst>
        <pc:spChg chg="add del mod">
          <ac:chgData name="Utilizador Convidado" userId="" providerId="Windows Live" clId="Web-{45C09557-CBD7-46A7-A989-65A637C020DB}" dt="2025-01-16T09:24:43.183" v="243"/>
          <ac:spMkLst>
            <pc:docMk/>
            <pc:sldMk cId="132922051" sldId="307"/>
            <ac:spMk id="4" creationId="{97FC0B60-3A22-7CAA-D260-9472530E0A66}"/>
          </ac:spMkLst>
        </pc:spChg>
        <pc:spChg chg="add del mod">
          <ac:chgData name="Utilizador Convidado" userId="" providerId="Windows Live" clId="Web-{45C09557-CBD7-46A7-A989-65A637C020DB}" dt="2025-01-16T09:29:07.362" v="393"/>
          <ac:spMkLst>
            <pc:docMk/>
            <pc:sldMk cId="132922051" sldId="307"/>
            <ac:spMk id="6" creationId="{663580EA-83A2-BB7E-4137-900F2CE16F0B}"/>
          </ac:spMkLst>
        </pc:spChg>
        <pc:spChg chg="add mod">
          <ac:chgData name="Utilizador Convidado" userId="" providerId="Windows Live" clId="Web-{45C09557-CBD7-46A7-A989-65A637C020DB}" dt="2025-01-16T09:32:42.617" v="466" actId="20577"/>
          <ac:spMkLst>
            <pc:docMk/>
            <pc:sldMk cId="132922051" sldId="307"/>
            <ac:spMk id="8" creationId="{8ABA3D97-305A-8483-0FF1-B013E58490E6}"/>
          </ac:spMkLst>
        </pc:spChg>
        <pc:spChg chg="add del mod">
          <ac:chgData name="Utilizador Convidado" userId="" providerId="Windows Live" clId="Web-{45C09557-CBD7-46A7-A989-65A637C020DB}" dt="2025-01-16T09:28:27.455" v="369"/>
          <ac:spMkLst>
            <pc:docMk/>
            <pc:sldMk cId="132922051" sldId="307"/>
            <ac:spMk id="10" creationId="{CE79C160-0FCB-9F54-4586-C66CAC5D56C1}"/>
          </ac:spMkLst>
        </pc:spChg>
        <pc:spChg chg="add mod">
          <ac:chgData name="Utilizador Convidado" userId="" providerId="Windows Live" clId="Web-{45C09557-CBD7-46A7-A989-65A637C020DB}" dt="2025-01-16T09:32:46.805" v="467" actId="20577"/>
          <ac:spMkLst>
            <pc:docMk/>
            <pc:sldMk cId="132922051" sldId="307"/>
            <ac:spMk id="11" creationId="{D3A9C7CE-E250-55E1-B5FC-9B53C29BFF33}"/>
          </ac:spMkLst>
        </pc:spChg>
        <pc:spChg chg="add mod">
          <ac:chgData name="Utilizador Convidado" userId="" providerId="Windows Live" clId="Web-{45C09557-CBD7-46A7-A989-65A637C020DB}" dt="2025-01-16T09:42:40.899" v="596" actId="20577"/>
          <ac:spMkLst>
            <pc:docMk/>
            <pc:sldMk cId="132922051" sldId="307"/>
            <ac:spMk id="13" creationId="{51487497-3311-89EB-6ECE-0C20866D1A2E}"/>
          </ac:spMkLst>
        </pc:spChg>
        <pc:spChg chg="add mod">
          <ac:chgData name="Utilizador Convidado" userId="" providerId="Windows Live" clId="Web-{45C09557-CBD7-46A7-A989-65A637C020DB}" dt="2025-01-16T09:31:05.396" v="439" actId="14100"/>
          <ac:spMkLst>
            <pc:docMk/>
            <pc:sldMk cId="132922051" sldId="307"/>
            <ac:spMk id="15" creationId="{5380DFB1-05CD-6093-0B23-E100DC42A6B2}"/>
          </ac:spMkLst>
        </pc:spChg>
        <pc:spChg chg="add mod">
          <ac:chgData name="Utilizador Convidado" userId="" providerId="Windows Live" clId="Web-{45C09557-CBD7-46A7-A989-65A637C020DB}" dt="2025-01-16T09:38:36.830" v="566" actId="14100"/>
          <ac:spMkLst>
            <pc:docMk/>
            <pc:sldMk cId="132922051" sldId="307"/>
            <ac:spMk id="17" creationId="{4C145BDC-6808-CE97-F8DE-148FC96C38F9}"/>
          </ac:spMkLst>
        </pc:spChg>
        <pc:spChg chg="add mod">
          <ac:chgData name="Utilizador Convidado" userId="" providerId="Windows Live" clId="Web-{45C09557-CBD7-46A7-A989-65A637C020DB}" dt="2025-01-16T09:32:21.648" v="465" actId="20577"/>
          <ac:spMkLst>
            <pc:docMk/>
            <pc:sldMk cId="132922051" sldId="307"/>
            <ac:spMk id="19" creationId="{291C1453-CBE1-D321-8033-6F992511DD2D}"/>
          </ac:spMkLst>
        </pc:spChg>
        <pc:spChg chg="add mod">
          <ac:chgData name="Utilizador Convidado" userId="" providerId="Windows Live" clId="Web-{45C09557-CBD7-46A7-A989-65A637C020DB}" dt="2025-01-16T09:51:16.819" v="697" actId="20577"/>
          <ac:spMkLst>
            <pc:docMk/>
            <pc:sldMk cId="132922051" sldId="307"/>
            <ac:spMk id="21" creationId="{C9CA29E9-9BC1-BB15-F741-5088D3A4FF45}"/>
          </ac:spMkLst>
        </pc:spChg>
        <pc:spChg chg="add mod">
          <ac:chgData name="Utilizador Convidado" userId="" providerId="Windows Live" clId="Web-{45C09557-CBD7-46A7-A989-65A637C020DB}" dt="2025-01-16T09:38:52.346" v="570" actId="1076"/>
          <ac:spMkLst>
            <pc:docMk/>
            <pc:sldMk cId="132922051" sldId="307"/>
            <ac:spMk id="22" creationId="{15EB1003-B909-AC87-25F0-A8DD464CF8DD}"/>
          </ac:spMkLst>
        </pc:spChg>
        <pc:spChg chg="add mod">
          <ac:chgData name="Utilizador Convidado" userId="" providerId="Windows Live" clId="Web-{45C09557-CBD7-46A7-A989-65A637C020DB}" dt="2025-01-16T09:37:35.641" v="552" actId="1076"/>
          <ac:spMkLst>
            <pc:docMk/>
            <pc:sldMk cId="132922051" sldId="307"/>
            <ac:spMk id="23" creationId="{4A57FF29-DFB9-2BA8-AC40-D63DC4C3DFCE}"/>
          </ac:spMkLst>
        </pc:spChg>
        <pc:spChg chg="add mod">
          <ac:chgData name="Utilizador Convidado" userId="" providerId="Windows Live" clId="Web-{45C09557-CBD7-46A7-A989-65A637C020DB}" dt="2025-01-16T09:42:46.071" v="597" actId="20577"/>
          <ac:spMkLst>
            <pc:docMk/>
            <pc:sldMk cId="132922051" sldId="307"/>
            <ac:spMk id="24" creationId="{66268015-1086-835B-80C7-AE2AC586288F}"/>
          </ac:spMkLst>
        </pc:spChg>
        <pc:spChg chg="add del mod">
          <ac:chgData name="Utilizador Convidado" userId="" providerId="Windows Live" clId="Web-{45C09557-CBD7-46A7-A989-65A637C020DB}" dt="2025-01-16T09:39:31.659" v="575"/>
          <ac:spMkLst>
            <pc:docMk/>
            <pc:sldMk cId="132922051" sldId="307"/>
            <ac:spMk id="25" creationId="{09D5FCA7-1739-C3F1-96B0-9603A8C81DBE}"/>
          </ac:spMkLst>
        </pc:spChg>
        <pc:spChg chg="add del">
          <ac:chgData name="Utilizador Convidado" userId="" providerId="Windows Live" clId="Web-{45C09557-CBD7-46A7-A989-65A637C020DB}" dt="2025-01-16T09:39:46.144" v="577"/>
          <ac:spMkLst>
            <pc:docMk/>
            <pc:sldMk cId="132922051" sldId="307"/>
            <ac:spMk id="26" creationId="{2C5B24E7-B8C4-C6D3-4EC3-F06684FDC16B}"/>
          </ac:spMkLst>
        </pc:spChg>
        <pc:spChg chg="mod">
          <ac:chgData name="Utilizador Convidado" userId="" providerId="Windows Live" clId="Web-{45C09557-CBD7-46A7-A989-65A637C020DB}" dt="2025-01-16T09:20:56.318" v="216" actId="20577"/>
          <ac:spMkLst>
            <pc:docMk/>
            <pc:sldMk cId="132922051" sldId="307"/>
            <ac:spMk id="328" creationId="{14B214C8-E666-1E85-86E9-02754D1E0158}"/>
          </ac:spMkLst>
        </pc:spChg>
        <pc:picChg chg="add mod">
          <ac:chgData name="Utilizador Convidado" userId="" providerId="Windows Live" clId="Web-{45C09557-CBD7-46A7-A989-65A637C020DB}" dt="2025-01-16T09:42:30.820" v="595" actId="1076"/>
          <ac:picMkLst>
            <pc:docMk/>
            <pc:sldMk cId="132922051" sldId="307"/>
            <ac:picMk id="2" creationId="{6E57C63B-4F1D-EE0C-D3E8-82E16A802395}"/>
          </ac:picMkLst>
        </pc:picChg>
        <pc:cxnChg chg="add mod">
          <ac:chgData name="Utilizador Convidado" userId="" providerId="Windows Live" clId="Web-{45C09557-CBD7-46A7-A989-65A637C020DB}" dt="2025-01-16T09:40:18.192" v="580" actId="14100"/>
          <ac:cxnSpMkLst>
            <pc:docMk/>
            <pc:sldMk cId="132922051" sldId="307"/>
            <ac:cxnSpMk id="27" creationId="{6331B2A3-0704-7613-91E8-DFAA5880EDBB}"/>
          </ac:cxnSpMkLst>
        </pc:cxnChg>
        <pc:cxnChg chg="add mod">
          <ac:chgData name="Utilizador Convidado" userId="" providerId="Windows Live" clId="Web-{45C09557-CBD7-46A7-A989-65A637C020DB}" dt="2025-01-16T09:40:59.709" v="584" actId="14100"/>
          <ac:cxnSpMkLst>
            <pc:docMk/>
            <pc:sldMk cId="132922051" sldId="307"/>
            <ac:cxnSpMk id="28" creationId="{E1556FD6-CFBB-68A4-EFF0-100396EC06D9}"/>
          </ac:cxnSpMkLst>
        </pc:cxnChg>
        <pc:cxnChg chg="add mod">
          <ac:chgData name="Utilizador Convidado" userId="" providerId="Windows Live" clId="Web-{45C09557-CBD7-46A7-A989-65A637C020DB}" dt="2025-01-16T09:42:18.711" v="593" actId="14100"/>
          <ac:cxnSpMkLst>
            <pc:docMk/>
            <pc:sldMk cId="132922051" sldId="307"/>
            <ac:cxnSpMk id="29" creationId="{EAA1A8B7-A255-901A-3890-08A35051D94B}"/>
          </ac:cxnSpMkLst>
        </pc:cxnChg>
        <pc:cxnChg chg="add mod">
          <ac:chgData name="Utilizador Convidado" userId="" providerId="Windows Live" clId="Web-{45C09557-CBD7-46A7-A989-65A637C020DB}" dt="2025-01-16T09:42:10.460" v="592" actId="14100"/>
          <ac:cxnSpMkLst>
            <pc:docMk/>
            <pc:sldMk cId="132922051" sldId="307"/>
            <ac:cxnSpMk id="30" creationId="{C75E0410-582E-A727-6EBC-AF09C19138C9}"/>
          </ac:cxnSpMkLst>
        </pc:cxnChg>
      </pc:sldChg>
      <pc:sldChg chg="add replId">
        <pc:chgData name="Utilizador Convidado" userId="" providerId="Windows Live" clId="Web-{45C09557-CBD7-46A7-A989-65A637C020DB}" dt="2025-01-16T09:44:01.870" v="601"/>
        <pc:sldMkLst>
          <pc:docMk/>
          <pc:sldMk cId="2165617392" sldId="308"/>
        </pc:sldMkLst>
      </pc:sldChg>
      <pc:sldChg chg="add del replId">
        <pc:chgData name="Utilizador Convidado" userId="" providerId="Windows Live" clId="Web-{45C09557-CBD7-46A7-A989-65A637C020DB}" dt="2025-01-16T09:52:41.915" v="706"/>
        <pc:sldMkLst>
          <pc:docMk/>
          <pc:sldMk cId="2201676406" sldId="309"/>
        </pc:sldMkLst>
      </pc:sldChg>
    </pc:docChg>
  </pc:docChgLst>
  <pc:docChgLst>
    <pc:chgData name="Utilizador Convidado" providerId="Windows Live" clId="Web-{05411909-9C56-478C-8A7D-26F9C414CF77}"/>
    <pc:docChg chg="addSld delSld modSld">
      <pc:chgData name="Utilizador Convidado" userId="" providerId="Windows Live" clId="Web-{05411909-9C56-478C-8A7D-26F9C414CF77}" dt="2025-01-15T22:29:11.777" v="313"/>
      <pc:docMkLst>
        <pc:docMk/>
      </pc:docMkLst>
      <pc:sldChg chg="addSp delSp modSp">
        <pc:chgData name="Utilizador Convidado" userId="" providerId="Windows Live" clId="Web-{05411909-9C56-478C-8A7D-26F9C414CF77}" dt="2025-01-15T22:23:21.334" v="236" actId="14100"/>
        <pc:sldMkLst>
          <pc:docMk/>
          <pc:sldMk cId="3936535161" sldId="304"/>
        </pc:sldMkLst>
        <pc:spChg chg="mod">
          <ac:chgData name="Utilizador Convidado" userId="" providerId="Windows Live" clId="Web-{05411909-9C56-478C-8A7D-26F9C414CF77}" dt="2025-01-15T22:23:21.334" v="236" actId="14100"/>
          <ac:spMkLst>
            <pc:docMk/>
            <pc:sldMk cId="3936535161" sldId="304"/>
            <ac:spMk id="16" creationId="{AF6AF177-D763-E70C-E66F-F1E1B0758DE2}"/>
          </ac:spMkLst>
        </pc:spChg>
      </pc:sldChg>
      <pc:sldChg chg="addSp delSp modSp new">
        <pc:chgData name="Utilizador Convidado" userId="" providerId="Windows Live" clId="Web-{05411909-9C56-478C-8A7D-26F9C414CF77}" dt="2025-01-15T22:24:38.370" v="242" actId="20577"/>
        <pc:sldMkLst>
          <pc:docMk/>
          <pc:sldMk cId="1174469593" sldId="305"/>
        </pc:sldMkLst>
        <pc:spChg chg="add mod">
          <ac:chgData name="Utilizador Convidado" userId="" providerId="Windows Live" clId="Web-{05411909-9C56-478C-8A7D-26F9C414CF77}" dt="2025-01-15T22:24:38.370" v="242" actId="20577"/>
          <ac:spMkLst>
            <pc:docMk/>
            <pc:sldMk cId="1174469593" sldId="305"/>
            <ac:spMk id="6" creationId="{9BDD7A48-79D9-F938-8BE4-4639480E5C5C}"/>
          </ac:spMkLst>
        </pc:spChg>
        <pc:spChg chg="add mod">
          <ac:chgData name="Utilizador Convidado" userId="" providerId="Windows Live" clId="Web-{05411909-9C56-478C-8A7D-26F9C414CF77}" dt="2025-01-15T22:20:53.497" v="213" actId="1076"/>
          <ac:spMkLst>
            <pc:docMk/>
            <pc:sldMk cId="1174469593" sldId="305"/>
            <ac:spMk id="9" creationId="{4F70E8D0-6878-D1E4-0D62-DE9AABE3AE7D}"/>
          </ac:spMkLst>
        </pc:spChg>
        <pc:spChg chg="add mod">
          <ac:chgData name="Utilizador Convidado" userId="" providerId="Windows Live" clId="Web-{05411909-9C56-478C-8A7D-26F9C414CF77}" dt="2025-01-15T22:20:53.513" v="214" actId="1076"/>
          <ac:spMkLst>
            <pc:docMk/>
            <pc:sldMk cId="1174469593" sldId="305"/>
            <ac:spMk id="10" creationId="{1AD522DE-F193-B961-90A9-E45F2213E4E4}"/>
          </ac:spMkLst>
        </pc:spChg>
        <pc:spChg chg="add mod">
          <ac:chgData name="Utilizador Convidado" userId="" providerId="Windows Live" clId="Web-{05411909-9C56-478C-8A7D-26F9C414CF77}" dt="2025-01-15T22:20:53.529" v="215" actId="1076"/>
          <ac:spMkLst>
            <pc:docMk/>
            <pc:sldMk cId="1174469593" sldId="305"/>
            <ac:spMk id="11" creationId="{B55814A5-26D8-71D1-87E9-54E985655088}"/>
          </ac:spMkLst>
        </pc:spChg>
        <pc:spChg chg="add mod">
          <ac:chgData name="Utilizador Convidado" userId="" providerId="Windows Live" clId="Web-{05411909-9C56-478C-8A7D-26F9C414CF77}" dt="2025-01-15T22:22:52.192" v="234" actId="20577"/>
          <ac:spMkLst>
            <pc:docMk/>
            <pc:sldMk cId="1174469593" sldId="305"/>
            <ac:spMk id="17" creationId="{46523F3D-36FF-2FA7-B03E-3E16C6E045F8}"/>
          </ac:spMkLst>
        </pc:spChg>
        <pc:spChg chg="add mod">
          <ac:chgData name="Utilizador Convidado" userId="" providerId="Windows Live" clId="Web-{05411909-9C56-478C-8A7D-26F9C414CF77}" dt="2025-01-15T22:22:45.207" v="232" actId="20577"/>
          <ac:spMkLst>
            <pc:docMk/>
            <pc:sldMk cId="1174469593" sldId="305"/>
            <ac:spMk id="18" creationId="{4AF368E7-1F13-8715-4CFB-034F05610A56}"/>
          </ac:spMkLst>
        </pc:spChg>
        <pc:picChg chg="add mod">
          <ac:chgData name="Utilizador Convidado" userId="" providerId="Windows Live" clId="Web-{05411909-9C56-478C-8A7D-26F9C414CF77}" dt="2025-01-15T22:22:26.597" v="230" actId="1076"/>
          <ac:picMkLst>
            <pc:docMk/>
            <pc:sldMk cId="1174469593" sldId="305"/>
            <ac:picMk id="22" creationId="{CAB58F20-28AF-D695-76D3-EBB2EBFA9E50}"/>
          </ac:picMkLst>
        </pc:picChg>
        <pc:cxnChg chg="add mod">
          <ac:chgData name="Utilizador Convidado" userId="" providerId="Windows Live" clId="Web-{05411909-9C56-478C-8A7D-26F9C414CF77}" dt="2025-01-15T22:20:53.529" v="216" actId="1076"/>
          <ac:cxnSpMkLst>
            <pc:docMk/>
            <pc:sldMk cId="1174469593" sldId="305"/>
            <ac:cxnSpMk id="12" creationId="{8C0D1ABA-F431-0C41-E7E4-5CD416F65174}"/>
          </ac:cxnSpMkLst>
        </pc:cxnChg>
        <pc:cxnChg chg="add mod">
          <ac:chgData name="Utilizador Convidado" userId="" providerId="Windows Live" clId="Web-{05411909-9C56-478C-8A7D-26F9C414CF77}" dt="2025-01-15T22:20:53.544" v="217" actId="1076"/>
          <ac:cxnSpMkLst>
            <pc:docMk/>
            <pc:sldMk cId="1174469593" sldId="305"/>
            <ac:cxnSpMk id="16" creationId="{0D83D7F9-4129-7F60-E01E-ED00699C316F}"/>
          </ac:cxnSpMkLst>
        </pc:cxnChg>
        <pc:cxnChg chg="add mod">
          <ac:chgData name="Utilizador Convidado" userId="" providerId="Windows Live" clId="Web-{05411909-9C56-478C-8A7D-26F9C414CF77}" dt="2025-01-15T22:20:53.576" v="221" actId="1076"/>
          <ac:cxnSpMkLst>
            <pc:docMk/>
            <pc:sldMk cId="1174469593" sldId="305"/>
            <ac:cxnSpMk id="20" creationId="{28AAA5CD-0CA3-E160-B265-1A214142514C}"/>
          </ac:cxnSpMkLst>
        </pc:cxnChg>
        <pc:cxnChg chg="add mod">
          <ac:chgData name="Utilizador Convidado" userId="" providerId="Windows Live" clId="Web-{05411909-9C56-478C-8A7D-26F9C414CF77}" dt="2025-01-15T22:20:53.576" v="222" actId="1076"/>
          <ac:cxnSpMkLst>
            <pc:docMk/>
            <pc:sldMk cId="1174469593" sldId="305"/>
            <ac:cxnSpMk id="21" creationId="{0B3C129D-D9DF-C08F-0B78-883E38403AAA}"/>
          </ac:cxnSpMkLst>
        </pc:cxnChg>
      </pc:sldChg>
      <pc:sldChg chg="addSp delSp modSp new del">
        <pc:chgData name="Utilizador Convidado" userId="" providerId="Windows Live" clId="Web-{05411909-9C56-478C-8A7D-26F9C414CF77}" dt="2025-01-15T22:07:11.135" v="8"/>
        <pc:sldMkLst>
          <pc:docMk/>
          <pc:sldMk cId="1925509445" sldId="305"/>
        </pc:sldMkLst>
      </pc:sldChg>
      <pc:sldChg chg="addSp delSp modSp new del">
        <pc:chgData name="Utilizador Convidado" userId="" providerId="Windows Live" clId="Web-{05411909-9C56-478C-8A7D-26F9C414CF77}" dt="2025-01-15T22:09:30.034" v="15"/>
        <pc:sldMkLst>
          <pc:docMk/>
          <pc:sldMk cId="2426527681" sldId="305"/>
        </pc:sldMkLst>
      </pc:sldChg>
      <pc:sldChg chg="del">
        <pc:chgData name="Utilizador Convidado" userId="" providerId="Windows Live" clId="Web-{05411909-9C56-478C-8A7D-26F9C414CF77}" dt="2025-01-15T21:33:01.023" v="2"/>
        <pc:sldMkLst>
          <pc:docMk/>
          <pc:sldMk cId="4073412455" sldId="305"/>
        </pc:sldMkLst>
      </pc:sldChg>
      <pc:sldChg chg="delSp modSp new">
        <pc:chgData name="Utilizador Convidado" userId="" providerId="Windows Live" clId="Web-{05411909-9C56-478C-8A7D-26F9C414CF77}" dt="2025-01-15T22:28:08.789" v="288" actId="20577"/>
        <pc:sldMkLst>
          <pc:docMk/>
          <pc:sldMk cId="1776206173" sldId="306"/>
        </pc:sldMkLst>
        <pc:spChg chg="mod">
          <ac:chgData name="Utilizador Convidado" userId="" providerId="Windows Live" clId="Web-{05411909-9C56-478C-8A7D-26F9C414CF77}" dt="2025-01-15T22:28:08.789" v="288" actId="20577"/>
          <ac:spMkLst>
            <pc:docMk/>
            <pc:sldMk cId="1776206173" sldId="306"/>
            <ac:spMk id="2" creationId="{5CD3999A-C8F1-B8DD-B014-A9E363CF8474}"/>
          </ac:spMkLst>
        </pc:spChg>
      </pc:sldChg>
      <pc:sldChg chg="add del">
        <pc:chgData name="Utilizador Convidado" userId="" providerId="Windows Live" clId="Web-{05411909-9C56-478C-8A7D-26F9C414CF77}" dt="2025-01-15T21:32:56.945" v="1"/>
        <pc:sldMkLst>
          <pc:docMk/>
          <pc:sldMk cId="3413368213" sldId="306"/>
        </pc:sldMkLst>
      </pc:sldChg>
      <pc:sldChg chg="delSp modSp add replId">
        <pc:chgData name="Utilizador Convidado" userId="" providerId="Windows Live" clId="Web-{05411909-9C56-478C-8A7D-26F9C414CF77}" dt="2025-01-15T22:29:11.777" v="313"/>
        <pc:sldMkLst>
          <pc:docMk/>
          <pc:sldMk cId="132922051" sldId="307"/>
        </pc:sldMkLst>
        <pc:spChg chg="mod">
          <ac:chgData name="Utilizador Convidado" userId="" providerId="Windows Live" clId="Web-{05411909-9C56-478C-8A7D-26F9C414CF77}" dt="2025-01-15T22:28:57.355" v="306" actId="20577"/>
          <ac:spMkLst>
            <pc:docMk/>
            <pc:sldMk cId="132922051" sldId="307"/>
            <ac:spMk id="328" creationId="{14B214C8-E666-1E85-86E9-02754D1E0158}"/>
          </ac:spMkLst>
        </pc:spChg>
      </pc:sldChg>
    </pc:docChg>
  </pc:docChgLst>
  <pc:docChgLst>
    <pc:chgData name="Utilizador Convidado" providerId="Windows Live" clId="Web-{EDD8DC89-DEBD-4125-B40C-0BBFE3F4A58D}"/>
    <pc:docChg chg="modSld">
      <pc:chgData name="Utilizador Convidado" userId="" providerId="Windows Live" clId="Web-{EDD8DC89-DEBD-4125-B40C-0BBFE3F4A58D}" dt="2025-01-16T10:17:00.425" v="7" actId="20577"/>
      <pc:docMkLst>
        <pc:docMk/>
      </pc:docMkLst>
      <pc:sldChg chg="modSp">
        <pc:chgData name="Utilizador Convidado" userId="" providerId="Windows Live" clId="Web-{EDD8DC89-DEBD-4125-B40C-0BBFE3F4A58D}" dt="2025-01-16T10:16:28.783" v="5" actId="14100"/>
        <pc:sldMkLst>
          <pc:docMk/>
          <pc:sldMk cId="3293999146" sldId="301"/>
        </pc:sldMkLst>
        <pc:spChg chg="mod">
          <ac:chgData name="Utilizador Convidado" userId="" providerId="Windows Live" clId="Web-{EDD8DC89-DEBD-4125-B40C-0BBFE3F4A58D}" dt="2025-01-16T10:16:28.096" v="4" actId="14100"/>
          <ac:spMkLst>
            <pc:docMk/>
            <pc:sldMk cId="3293999146" sldId="301"/>
            <ac:spMk id="27" creationId="{277B0A50-0780-980F-4DB9-E1DFF93AC29B}"/>
          </ac:spMkLst>
        </pc:spChg>
        <pc:spChg chg="mod">
          <ac:chgData name="Utilizador Convidado" userId="" providerId="Windows Live" clId="Web-{EDD8DC89-DEBD-4125-B40C-0BBFE3F4A58D}" dt="2025-01-16T10:16:28.783" v="5" actId="14100"/>
          <ac:spMkLst>
            <pc:docMk/>
            <pc:sldMk cId="3293999146" sldId="301"/>
            <ac:spMk id="28" creationId="{C8CB0B9A-C713-02DF-2F4F-F10FE7C61995}"/>
          </ac:spMkLst>
        </pc:spChg>
      </pc:sldChg>
      <pc:sldChg chg="modSp">
        <pc:chgData name="Utilizador Convidado" userId="" providerId="Windows Live" clId="Web-{EDD8DC89-DEBD-4125-B40C-0BBFE3F4A58D}" dt="2025-01-16T10:17:00.425" v="7" actId="20577"/>
        <pc:sldMkLst>
          <pc:docMk/>
          <pc:sldMk cId="1776206173" sldId="306"/>
        </pc:sldMkLst>
        <pc:spChg chg="mod">
          <ac:chgData name="Utilizador Convidado" userId="" providerId="Windows Live" clId="Web-{EDD8DC89-DEBD-4125-B40C-0BBFE3F4A58D}" dt="2025-01-16T10:14:56.764" v="0" actId="14100"/>
          <ac:spMkLst>
            <pc:docMk/>
            <pc:sldMk cId="1776206173" sldId="306"/>
            <ac:spMk id="2" creationId="{5CD3999A-C8F1-B8DD-B014-A9E363CF8474}"/>
          </ac:spMkLst>
        </pc:spChg>
        <pc:spChg chg="mod">
          <ac:chgData name="Utilizador Convidado" userId="" providerId="Windows Live" clId="Web-{EDD8DC89-DEBD-4125-B40C-0BBFE3F4A58D}" dt="2025-01-16T10:15:03.561" v="1" actId="1076"/>
          <ac:spMkLst>
            <pc:docMk/>
            <pc:sldMk cId="1776206173" sldId="306"/>
            <ac:spMk id="4" creationId="{025B36D9-9B98-4190-A4B5-159270FEBB1B}"/>
          </ac:spMkLst>
        </pc:spChg>
        <pc:spChg chg="mod">
          <ac:chgData name="Utilizador Convidado" userId="" providerId="Windows Live" clId="Web-{EDD8DC89-DEBD-4125-B40C-0BBFE3F4A58D}" dt="2025-01-16T10:17:00.425" v="7" actId="20577"/>
          <ac:spMkLst>
            <pc:docMk/>
            <pc:sldMk cId="1776206173" sldId="306"/>
            <ac:spMk id="8" creationId="{8979C72C-972A-221F-1776-264A441F446B}"/>
          </ac:spMkLst>
        </pc:spChg>
        <pc:spChg chg="mod">
          <ac:chgData name="Utilizador Convidado" userId="" providerId="Windows Live" clId="Web-{EDD8DC89-DEBD-4125-B40C-0BBFE3F4A58D}" dt="2025-01-16T10:15:06.827" v="2" actId="14100"/>
          <ac:spMkLst>
            <pc:docMk/>
            <pc:sldMk cId="1776206173" sldId="306"/>
            <ac:spMk id="23" creationId="{0D28F0E6-AD55-4B09-EF05-16063A7756B6}"/>
          </ac:spMkLst>
        </pc:spChg>
      </pc:sldChg>
      <pc:sldChg chg="modSp">
        <pc:chgData name="Utilizador Convidado" userId="" providerId="Windows Live" clId="Web-{EDD8DC89-DEBD-4125-B40C-0BBFE3F4A58D}" dt="2025-01-16T10:15:47.219" v="3" actId="14100"/>
        <pc:sldMkLst>
          <pc:docMk/>
          <pc:sldMk cId="132922051" sldId="307"/>
        </pc:sldMkLst>
        <pc:spChg chg="mod">
          <ac:chgData name="Utilizador Convidado" userId="" providerId="Windows Live" clId="Web-{EDD8DC89-DEBD-4125-B40C-0BBFE3F4A58D}" dt="2025-01-16T10:15:47.219" v="3" actId="14100"/>
          <ac:spMkLst>
            <pc:docMk/>
            <pc:sldMk cId="132922051" sldId="307"/>
            <ac:spMk id="11" creationId="{D3A9C7CE-E250-55E1-B5FC-9B53C29BFF33}"/>
          </ac:spMkLst>
        </pc:spChg>
      </pc:sldChg>
    </pc:docChg>
  </pc:docChgLst>
  <pc:docChgLst>
    <pc:chgData name="Utilizador Convidado" providerId="Windows Live" clId="Web-{84430E1D-826F-4C50-86D7-56460ED8DBC3}"/>
    <pc:docChg chg="modSld">
      <pc:chgData name="Utilizador Convidado" userId="" providerId="Windows Live" clId="Web-{84430E1D-826F-4C50-86D7-56460ED8DBC3}" dt="2025-01-15T21:07:55.593" v="28"/>
      <pc:docMkLst>
        <pc:docMk/>
      </pc:docMkLst>
      <pc:sldChg chg="addSp delSp modSp">
        <pc:chgData name="Utilizador Convidado" userId="" providerId="Windows Live" clId="Web-{84430E1D-826F-4C50-86D7-56460ED8DBC3}" dt="2025-01-15T21:07:55.593" v="28"/>
        <pc:sldMkLst>
          <pc:docMk/>
          <pc:sldMk cId="3936535161" sldId="304"/>
        </pc:sldMkLst>
        <pc:spChg chg="mod">
          <ac:chgData name="Utilizador Convidado" userId="" providerId="Windows Live" clId="Web-{84430E1D-826F-4C50-86D7-56460ED8DBC3}" dt="2025-01-15T21:06:14.573" v="11" actId="20577"/>
          <ac:spMkLst>
            <pc:docMk/>
            <pc:sldMk cId="3936535161" sldId="304"/>
            <ac:spMk id="18" creationId="{ADDF72A3-D2F4-EE61-7878-76D4981C2787}"/>
          </ac:spMkLst>
        </pc:spChg>
        <pc:spChg chg="mod">
          <ac:chgData name="Utilizador Convidado" userId="" providerId="Windows Live" clId="Web-{84430E1D-826F-4C50-86D7-56460ED8DBC3}" dt="2025-01-15T21:06:03.338" v="8" actId="1076"/>
          <ac:spMkLst>
            <pc:docMk/>
            <pc:sldMk cId="3936535161" sldId="304"/>
            <ac:spMk id="520" creationId="{53DAB407-709D-B238-6DB1-F9D44894C448}"/>
          </ac:spMkLst>
        </pc:spChg>
      </pc:sldChg>
    </pc:docChg>
  </pc:docChgLst>
  <pc:docChgLst>
    <pc:chgData name="Utilizador Convidado" providerId="Windows Live" clId="Web-{0C1B6E7C-B22A-491C-A0E0-36EBA2DB4612}"/>
    <pc:docChg chg="modSld">
      <pc:chgData name="Utilizador Convidado" userId="" providerId="Windows Live" clId="Web-{0C1B6E7C-B22A-491C-A0E0-36EBA2DB4612}" dt="2025-01-16T23:01:48.256" v="5" actId="1076"/>
      <pc:docMkLst>
        <pc:docMk/>
      </pc:docMkLst>
      <pc:sldChg chg="modSp">
        <pc:chgData name="Utilizador Convidado" userId="" providerId="Windows Live" clId="Web-{0C1B6E7C-B22A-491C-A0E0-36EBA2DB4612}" dt="2025-01-16T22:55:50.820" v="3" actId="20577"/>
        <pc:sldMkLst>
          <pc:docMk/>
          <pc:sldMk cId="0" sldId="263"/>
        </pc:sldMkLst>
        <pc:spChg chg="mod">
          <ac:chgData name="Utilizador Convidado" userId="" providerId="Windows Live" clId="Web-{0C1B6E7C-B22A-491C-A0E0-36EBA2DB4612}" dt="2025-01-16T22:55:50.820" v="3" actId="20577"/>
          <ac:spMkLst>
            <pc:docMk/>
            <pc:sldMk cId="0" sldId="263"/>
            <ac:spMk id="297" creationId="{00000000-0000-0000-0000-000000000000}"/>
          </ac:spMkLst>
        </pc:spChg>
      </pc:sldChg>
      <pc:sldChg chg="modSp">
        <pc:chgData name="Utilizador Convidado" userId="" providerId="Windows Live" clId="Web-{0C1B6E7C-B22A-491C-A0E0-36EBA2DB4612}" dt="2025-01-16T23:01:48.256" v="5" actId="1076"/>
        <pc:sldMkLst>
          <pc:docMk/>
          <pc:sldMk cId="1174469593" sldId="305"/>
        </pc:sldMkLst>
        <pc:cxnChg chg="mod">
          <ac:chgData name="Utilizador Convidado" userId="" providerId="Windows Live" clId="Web-{0C1B6E7C-B22A-491C-A0E0-36EBA2DB4612}" dt="2025-01-16T23:01:48.256" v="5" actId="1076"/>
          <ac:cxnSpMkLst>
            <pc:docMk/>
            <pc:sldMk cId="1174469593" sldId="305"/>
            <ac:cxnSpMk id="12" creationId="{8C0D1ABA-F431-0C41-E7E4-5CD416F65174}"/>
          </ac:cxnSpMkLst>
        </pc:cxnChg>
      </pc:sldChg>
      <pc:sldChg chg="modSp">
        <pc:chgData name="Utilizador Convidado" userId="" providerId="Windows Live" clId="Web-{0C1B6E7C-B22A-491C-A0E0-36EBA2DB4612}" dt="2025-01-16T22:55:09.444" v="2" actId="20577"/>
        <pc:sldMkLst>
          <pc:docMk/>
          <pc:sldMk cId="1776206173" sldId="306"/>
        </pc:sldMkLst>
        <pc:spChg chg="mod">
          <ac:chgData name="Utilizador Convidado" userId="" providerId="Windows Live" clId="Web-{0C1B6E7C-B22A-491C-A0E0-36EBA2DB4612}" dt="2025-01-16T22:55:09.444" v="2" actId="20577"/>
          <ac:spMkLst>
            <pc:docMk/>
            <pc:sldMk cId="1776206173" sldId="306"/>
            <ac:spMk id="2" creationId="{5CD3999A-C8F1-B8DD-B014-A9E363CF8474}"/>
          </ac:spMkLst>
        </pc:spChg>
      </pc:sldChg>
    </pc:docChg>
  </pc:docChgLst>
  <pc:docChgLst>
    <pc:chgData name="Utilizador Convidado" providerId="Windows Live" clId="Web-{B09EFBE9-CBA2-48FB-B86F-73AC79F3833D}"/>
    <pc:docChg chg="modSld">
      <pc:chgData name="Utilizador Convidado" userId="" providerId="Windows Live" clId="Web-{B09EFBE9-CBA2-48FB-B86F-73AC79F3833D}" dt="2025-01-15T22:33:07.266" v="13" actId="14100"/>
      <pc:docMkLst>
        <pc:docMk/>
      </pc:docMkLst>
      <pc:sldChg chg="addSp delSp modSp">
        <pc:chgData name="Utilizador Convidado" userId="" providerId="Windows Live" clId="Web-{B09EFBE9-CBA2-48FB-B86F-73AC79F3833D}" dt="2025-01-15T22:33:07.266" v="13" actId="14100"/>
        <pc:sldMkLst>
          <pc:docMk/>
          <pc:sldMk cId="3936535161" sldId="304"/>
        </pc:sldMkLst>
        <pc:cxnChg chg="mod">
          <ac:chgData name="Utilizador Convidado" userId="" providerId="Windows Live" clId="Web-{B09EFBE9-CBA2-48FB-B86F-73AC79F3833D}" dt="2025-01-15T22:33:07.266" v="13" actId="14100"/>
          <ac:cxnSpMkLst>
            <pc:docMk/>
            <pc:sldMk cId="3936535161" sldId="304"/>
            <ac:cxnSpMk id="10" creationId="{7448ED45-C478-3ECF-4E41-CCBE19CC1EC6}"/>
          </ac:cxnSpMkLst>
        </pc:cxnChg>
        <pc:cxnChg chg="mod">
          <ac:chgData name="Utilizador Convidado" userId="" providerId="Windows Live" clId="Web-{B09EFBE9-CBA2-48FB-B86F-73AC79F3833D}" dt="2025-01-15T22:32:48.344" v="7" actId="14100"/>
          <ac:cxnSpMkLst>
            <pc:docMk/>
            <pc:sldMk cId="3936535161" sldId="304"/>
            <ac:cxnSpMk id="12" creationId="{9AB34A60-4B35-9FEE-B9CB-92C42E31690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75d534253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75d534253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sz="1800" kern="100">
                <a:effectLst/>
                <a:latin typeface="Aptos" panose="020B0004020202020204" pitchFamily="34" charset="0"/>
                <a:ea typeface="Aptos" panose="020B0004020202020204" pitchFamily="34" charset="0"/>
                <a:cs typeface="Times New Roman" panose="02020603050405020304" pitchFamily="18" charset="0"/>
              </a:rPr>
              <a:t>Boa tarde, vamos proceder à apresentação do projeto que se debruçou sobre a eficiência operacional dos módulos fotovoltaicos. </a:t>
            </a: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7C70CCE1-E61E-5615-7F75-F6BCD5D5C870}"/>
            </a:ext>
          </a:extLst>
        </p:cNvPr>
        <p:cNvGrpSpPr/>
        <p:nvPr/>
      </p:nvGrpSpPr>
      <p:grpSpPr>
        <a:xfrm>
          <a:off x="0" y="0"/>
          <a:ext cx="0" cy="0"/>
          <a:chOff x="0" y="0"/>
          <a:chExt cx="0" cy="0"/>
        </a:xfrm>
      </p:grpSpPr>
      <p:sp>
        <p:nvSpPr>
          <p:cNvPr id="257" name="Google Shape;257;g54dda1946d_6_308:notes">
            <a:extLst>
              <a:ext uri="{FF2B5EF4-FFF2-40B4-BE49-F238E27FC236}">
                <a16:creationId xmlns:a16="http://schemas.microsoft.com/office/drawing/2014/main" id="{D69B0B1D-E576-FD7C-7B43-CA2AA1702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4dda1946d_6_308:notes">
            <a:extLst>
              <a:ext uri="{FF2B5EF4-FFF2-40B4-BE49-F238E27FC236}">
                <a16:creationId xmlns:a16="http://schemas.microsoft.com/office/drawing/2014/main" id="{2E7E7C1B-33AE-EA83-9EE3-B2EFE08BF2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430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lnSpc>
                <a:spcPct val="115000"/>
              </a:lnSpc>
              <a:spcAft>
                <a:spcPts val="800"/>
              </a:spcAft>
              <a:buNone/>
            </a:pPr>
            <a:r>
              <a:rPr lang="pt-PT" sz="1400" kern="100">
                <a:effectLst/>
                <a:latin typeface="Aptos" panose="020B0004020202020204" pitchFamily="34" charset="0"/>
                <a:ea typeface="Aptos" panose="020B0004020202020204" pitchFamily="34" charset="0"/>
                <a:cs typeface="Times New Roman" panose="02020603050405020304" pitchFamily="18" charset="0"/>
              </a:rPr>
              <a:t>A automatização de processos energéticos tem surgido como uma área em ascensão, motivada pela necessidade de otimização do desempenho energético. A identificação e quantificação de defeitos e fatores ambientais e qualificação de </a:t>
            </a:r>
            <a:r>
              <a:rPr lang="pt-PT" sz="1400" kern="100" err="1">
                <a:effectLst/>
                <a:latin typeface="Aptos" panose="020B0004020202020204" pitchFamily="34" charset="0"/>
                <a:ea typeface="Aptos" panose="020B0004020202020204" pitchFamily="34" charset="0"/>
                <a:cs typeface="Times New Roman" panose="02020603050405020304" pitchFamily="18" charset="0"/>
              </a:rPr>
              <a:t>features</a:t>
            </a:r>
            <a:r>
              <a:rPr lang="pt-PT" sz="1400" kern="100">
                <a:effectLst/>
                <a:latin typeface="Aptos" panose="020B0004020202020204" pitchFamily="34" charset="0"/>
                <a:ea typeface="Aptos" panose="020B0004020202020204" pitchFamily="34" charset="0"/>
                <a:cs typeface="Times New Roman" panose="02020603050405020304" pitchFamily="18" charset="0"/>
              </a:rPr>
              <a:t>, que influenciam diretamente a eficiência operacional, auxiliam a implementação de modelos preditivos. </a:t>
            </a:r>
          </a:p>
          <a:p>
            <a:pPr marL="158750" indent="0" algn="just">
              <a:lnSpc>
                <a:spcPct val="115000"/>
              </a:lnSpc>
              <a:spcAft>
                <a:spcPts val="800"/>
              </a:spcAft>
              <a:buNone/>
            </a:pPr>
            <a:r>
              <a:rPr lang="pt-PT" sz="1400" kern="100">
                <a:effectLst/>
                <a:latin typeface="Aptos" panose="020B0004020202020204" pitchFamily="34" charset="0"/>
                <a:ea typeface="Aptos" panose="020B0004020202020204" pitchFamily="34" charset="0"/>
                <a:cs typeface="Times New Roman" panose="02020603050405020304" pitchFamily="18" charset="0"/>
              </a:rPr>
              <a:t>Neste projeto, foram aplicados então 3 algoritmos </a:t>
            </a:r>
            <a:r>
              <a:rPr lang="pt-PT" sz="1400" kern="100" err="1">
                <a:effectLst/>
                <a:latin typeface="Aptos" panose="020B0004020202020204" pitchFamily="34" charset="0"/>
                <a:ea typeface="Aptos" panose="020B0004020202020204" pitchFamily="34" charset="0"/>
                <a:cs typeface="Times New Roman" panose="02020603050405020304" pitchFamily="18" charset="0"/>
              </a:rPr>
              <a:t>supervised</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learning</a:t>
            </a:r>
            <a:r>
              <a:rPr lang="pt-PT" sz="1400" kern="100">
                <a:effectLst/>
                <a:latin typeface="Aptos" panose="020B0004020202020204" pitchFamily="34" charset="0"/>
                <a:ea typeface="Aptos" panose="020B0004020202020204" pitchFamily="34" charset="0"/>
                <a:cs typeface="Times New Roman" panose="02020603050405020304" pitchFamily="18" charset="0"/>
              </a:rPr>
              <a:t>, sendo estes o </a:t>
            </a:r>
            <a:r>
              <a:rPr lang="pt-PT" sz="1400" kern="100" err="1">
                <a:effectLst/>
                <a:latin typeface="Aptos" panose="020B0004020202020204" pitchFamily="34" charset="0"/>
                <a:ea typeface="Aptos" panose="020B0004020202020204" pitchFamily="34" charset="0"/>
                <a:cs typeface="Times New Roman" panose="02020603050405020304" pitchFamily="18" charset="0"/>
              </a:rPr>
              <a:t>Random</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Forest</a:t>
            </a:r>
            <a:r>
              <a:rPr lang="pt-PT" sz="1400" kern="100">
                <a:effectLst/>
                <a:latin typeface="Aptos" panose="020B0004020202020204" pitchFamily="34" charset="0"/>
                <a:ea typeface="Aptos" panose="020B0004020202020204" pitchFamily="34" charset="0"/>
                <a:cs typeface="Times New Roman" panose="02020603050405020304" pitchFamily="18" charset="0"/>
              </a:rPr>
              <a:t>, que se baseia na construção de árvores de decisão, </a:t>
            </a:r>
            <a:r>
              <a:rPr lang="pt-PT" sz="1400" kern="100" err="1">
                <a:effectLst/>
                <a:latin typeface="Aptos" panose="020B0004020202020204" pitchFamily="34" charset="0"/>
                <a:ea typeface="Aptos" panose="020B0004020202020204" pitchFamily="34" charset="0"/>
                <a:cs typeface="Times New Roman" panose="02020603050405020304" pitchFamily="18" charset="0"/>
              </a:rPr>
              <a:t>Support</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Vector</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Machines</a:t>
            </a:r>
            <a:r>
              <a:rPr lang="pt-PT" sz="1400" kern="100">
                <a:effectLst/>
                <a:latin typeface="Aptos" panose="020B0004020202020204" pitchFamily="34" charset="0"/>
                <a:ea typeface="Aptos" panose="020B0004020202020204" pitchFamily="34" charset="0"/>
                <a:cs typeface="Times New Roman" panose="02020603050405020304" pitchFamily="18" charset="0"/>
              </a:rPr>
              <a:t>, que identificam </a:t>
            </a:r>
            <a:r>
              <a:rPr lang="pt-PT" sz="1400" kern="100" err="1">
                <a:effectLst/>
                <a:latin typeface="Aptos" panose="020B0004020202020204" pitchFamily="34" charset="0"/>
                <a:ea typeface="Aptos" panose="020B0004020202020204" pitchFamily="34" charset="0"/>
                <a:cs typeface="Times New Roman" panose="02020603050405020304" pitchFamily="18" charset="0"/>
              </a:rPr>
              <a:t>hiperplanos</a:t>
            </a:r>
            <a:r>
              <a:rPr lang="pt-PT" sz="1400" kern="100">
                <a:effectLst/>
                <a:latin typeface="Aptos" panose="020B0004020202020204" pitchFamily="34" charset="0"/>
                <a:ea typeface="Aptos" panose="020B0004020202020204" pitchFamily="34" charset="0"/>
                <a:cs typeface="Times New Roman" panose="02020603050405020304" pitchFamily="18" charset="0"/>
              </a:rPr>
              <a:t> que separam as diferentes classes, por fim, uma </a:t>
            </a:r>
            <a:r>
              <a:rPr lang="pt-PT" sz="1400" kern="100" err="1">
                <a:effectLst/>
                <a:latin typeface="Aptos" panose="020B0004020202020204" pitchFamily="34" charset="0"/>
                <a:ea typeface="Aptos" panose="020B0004020202020204" pitchFamily="34" charset="0"/>
                <a:cs typeface="Times New Roman" panose="02020603050405020304" pitchFamily="18" charset="0"/>
              </a:rPr>
              <a:t>Feed</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Forward</a:t>
            </a:r>
            <a:r>
              <a:rPr lang="pt-PT" sz="1400" kern="100">
                <a:effectLst/>
                <a:latin typeface="Aptos" panose="020B0004020202020204" pitchFamily="34" charset="0"/>
                <a:ea typeface="Aptos" panose="020B0004020202020204" pitchFamily="34" charset="0"/>
                <a:cs typeface="Times New Roman" panose="02020603050405020304" pitchFamily="18" charset="0"/>
              </a:rPr>
              <a:t> Neural Network, que faz uso de </a:t>
            </a:r>
            <a:r>
              <a:rPr lang="pt-PT" sz="1400" kern="100" err="1">
                <a:effectLst/>
                <a:latin typeface="Aptos" panose="020B0004020202020204" pitchFamily="34" charset="0"/>
                <a:ea typeface="Aptos" panose="020B0004020202020204" pitchFamily="34" charset="0"/>
                <a:cs typeface="Times New Roman" panose="02020603050405020304" pitchFamily="18" charset="0"/>
              </a:rPr>
              <a:t>hidden</a:t>
            </a:r>
            <a:r>
              <a:rPr lang="pt-PT" sz="1400" kern="100">
                <a:effectLst/>
                <a:latin typeface="Aptos" panose="020B0004020202020204" pitchFamily="34" charset="0"/>
                <a:ea typeface="Aptos" panose="020B0004020202020204" pitchFamily="34" charset="0"/>
                <a:cs typeface="Times New Roman" panose="02020603050405020304" pitchFamily="18" charset="0"/>
              </a:rPr>
              <a: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layers</a:t>
            </a:r>
            <a:r>
              <a:rPr lang="pt-PT" sz="1400" kern="100">
                <a:effectLst/>
                <a:latin typeface="Aptos" panose="020B0004020202020204" pitchFamily="34" charset="0"/>
                <a:ea typeface="Aptos" panose="020B0004020202020204" pitchFamily="34" charset="0"/>
                <a:cs typeface="Times New Roman" panose="02020603050405020304" pitchFamily="18" charset="0"/>
              </a:rPr>
              <a:t> para a modelação de relações dos dados de entrada. Foi também utilizada a Regressão Linear que visa estabelecer uma relação linear entre as input </a:t>
            </a:r>
            <a:r>
              <a:rPr lang="pt-PT" sz="1400" kern="100" err="1">
                <a:effectLst/>
                <a:latin typeface="Aptos" panose="020B0004020202020204" pitchFamily="34" charset="0"/>
                <a:ea typeface="Aptos" panose="020B0004020202020204" pitchFamily="34" charset="0"/>
                <a:cs typeface="Times New Roman" panose="02020603050405020304" pitchFamily="18" charset="0"/>
              </a:rPr>
              <a:t>features</a:t>
            </a:r>
            <a:r>
              <a:rPr lang="pt-PT" sz="1400" kern="100">
                <a:effectLst/>
                <a:latin typeface="Aptos" panose="020B0004020202020204" pitchFamily="34" charset="0"/>
                <a:ea typeface="Aptos" panose="020B0004020202020204" pitchFamily="34" charset="0"/>
                <a:cs typeface="Times New Roman" panose="02020603050405020304" pitchFamily="18" charset="0"/>
              </a:rPr>
              <a:t> e outputs. </a:t>
            </a:r>
          </a:p>
          <a:p>
            <a:pPr marL="0" lvl="0" indent="0" algn="l" rtl="0">
              <a:spcBef>
                <a:spcPts val="0"/>
              </a:spcBef>
              <a:spcAft>
                <a:spcPts val="0"/>
              </a:spcAft>
              <a:buNone/>
            </a:pPr>
            <a:endParaRPr/>
          </a:p>
        </p:txBody>
      </p:sp>
    </p:spTree>
    <p:extLst>
      <p:ext uri="{BB962C8B-B14F-4D97-AF65-F5344CB8AC3E}">
        <p14:creationId xmlns:p14="http://schemas.microsoft.com/office/powerpoint/2010/main" val="2352526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a:xfrm>
            <a:off x="381000" y="685800"/>
            <a:ext cx="6096000" cy="3429000"/>
          </a:xfrm>
        </p:spPr>
      </p:sp>
      <p:sp>
        <p:nvSpPr>
          <p:cNvPr id="3" name="Marcador de Posição de Notas 2"/>
          <p:cNvSpPr>
            <a:spLocks noGrp="1"/>
          </p:cNvSpPr>
          <p:nvPr>
            <p:ph type="body" idx="1"/>
          </p:nvPr>
        </p:nvSpPr>
        <p:spPr/>
        <p:txBody>
          <a:bodyPr/>
          <a:lstStyle/>
          <a:p>
            <a:pPr marL="158750" indent="0" algn="just">
              <a:lnSpc>
                <a:spcPct val="115000"/>
              </a:lnSpc>
              <a:spcAft>
                <a:spcPts val="800"/>
              </a:spcAft>
              <a:buNone/>
            </a:pPr>
            <a:r>
              <a:rPr lang="pt-PT" sz="1800" kern="100">
                <a:effectLst/>
                <a:latin typeface="Aptos" panose="020B0004020202020204" pitchFamily="34" charset="0"/>
                <a:ea typeface="Aptos" panose="020B0004020202020204" pitchFamily="34" charset="0"/>
                <a:cs typeface="Times New Roman" panose="02020603050405020304" pitchFamily="18" charset="0"/>
              </a:rPr>
              <a:t>Assim, este trabalho visou a previsão da eficiência de painéis fotovoltaicos em termos categóricos e quantitativos. A primeira tarefa recorreu à classificação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multi-classe</a:t>
            </a:r>
            <a:r>
              <a:rPr lang="pt-PT" sz="1800" kern="100">
                <a:effectLst/>
                <a:latin typeface="Aptos" panose="020B0004020202020204" pitchFamily="34" charset="0"/>
                <a:ea typeface="Aptos" panose="020B0004020202020204" pitchFamily="34" charset="0"/>
                <a:cs typeface="Times New Roman" panose="02020603050405020304" pitchFamily="18" charset="0"/>
              </a:rPr>
              <a:t>, para a previsão entre quatro classes e a segunda utilizou regressão linear para determinar um valor quantitativo representativo da eficiência operacional. 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dataset</a:t>
            </a:r>
            <a:r>
              <a:rPr lang="pt-PT" sz="1800" kern="100">
                <a:effectLst/>
                <a:latin typeface="Aptos" panose="020B0004020202020204" pitchFamily="34" charset="0"/>
                <a:ea typeface="Aptos" panose="020B0004020202020204" pitchFamily="34" charset="0"/>
                <a:cs typeface="Times New Roman" panose="02020603050405020304" pitchFamily="18" charset="0"/>
              </a:rPr>
              <a:t> foi dividido em três </a:t>
            </a:r>
            <a:r>
              <a:rPr lang="pt-PT" sz="1800" kern="100" err="1">
                <a:effectLst/>
                <a:latin typeface="Aptos" panose="020B0004020202020204" pitchFamily="34" charset="0"/>
                <a:ea typeface="Aptos" panose="020B0004020202020204" pitchFamily="34" charset="0"/>
                <a:cs typeface="Times New Roman" panose="02020603050405020304" pitchFamily="18" charset="0"/>
              </a:rPr>
              <a:t>splits</a:t>
            </a:r>
            <a:r>
              <a:rPr lang="pt-PT" sz="1800" kern="100">
                <a:effectLst/>
                <a:latin typeface="Aptos" panose="020B0004020202020204" pitchFamily="34" charset="0"/>
                <a:ea typeface="Aptos" panose="020B0004020202020204" pitchFamily="34" charset="0"/>
                <a:cs typeface="Times New Roman" panose="02020603050405020304" pitchFamily="18" charset="0"/>
              </a:rPr>
              <a:t>: treino, para otimização de parâmetros, validação e teste, para aferir acerca da generalização. A implementação de algoritmos foi antecedida por uma análise da estatística da variância e componentes principais do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dataset</a:t>
            </a:r>
            <a:r>
              <a:rPr lang="pt-PT" sz="1800" kern="100">
                <a:effectLst/>
                <a:latin typeface="Aptos" panose="020B0004020202020204" pitchFamily="34" charset="0"/>
                <a:ea typeface="Aptos" panose="020B0004020202020204" pitchFamily="34" charset="0"/>
                <a:cs typeface="Times New Roman" panose="02020603050405020304" pitchFamily="18" charset="0"/>
              </a:rPr>
              <a:t>. Por fim, a performance de modelos foi analisada e estes foram comparados com as métricas de avaliação. </a:t>
            </a:r>
          </a:p>
          <a:p>
            <a:endParaRPr lang="pt-PT"/>
          </a:p>
        </p:txBody>
      </p:sp>
    </p:spTree>
    <p:extLst>
      <p:ext uri="{BB962C8B-B14F-4D97-AF65-F5344CB8AC3E}">
        <p14:creationId xmlns:p14="http://schemas.microsoft.com/office/powerpoint/2010/main" val="93312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Primeiro fez-se a análise estatística do </a:t>
            </a:r>
            <a:r>
              <a:rPr lang="pt-PT" err="1"/>
              <a:t>dataset</a:t>
            </a:r>
            <a:r>
              <a:rPr lang="pt-PT"/>
              <a:t>, ou seja, avaliar a média e o desvio padrão das </a:t>
            </a:r>
            <a:r>
              <a:rPr lang="pt-PT" err="1"/>
              <a:t>features</a:t>
            </a:r>
            <a:r>
              <a:rPr lang="pt-PT"/>
              <a:t> numéricas e a frequência relativa das categóricas, e o mesmo para as </a:t>
            </a:r>
            <a:r>
              <a:rPr lang="pt-PT" err="1"/>
              <a:t>labels</a:t>
            </a:r>
            <a:r>
              <a:rPr lang="pt-PT"/>
              <a:t>, podendo ainda fazer a sua representação num histograma com 30 </a:t>
            </a:r>
            <a:r>
              <a:rPr lang="pt-PT" err="1"/>
              <a:t>bins</a:t>
            </a:r>
            <a:r>
              <a:rPr lang="pt-PT"/>
              <a:t> e num gráfico de colunas. Esta avaliação foi realizada para os 3 sets utilizados, de treino, validação e teste. 20s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pt-PT"/>
              <a:t>A análise de componentes principais determina as </a:t>
            </a:r>
            <a:r>
              <a:rPr lang="pt-PT" err="1"/>
              <a:t>features</a:t>
            </a:r>
            <a:r>
              <a:rPr lang="pt-PT"/>
              <a:t> que mais contribuem para a variância dos dados do </a:t>
            </a:r>
            <a:r>
              <a:rPr lang="pt-PT" err="1"/>
              <a:t>dataset</a:t>
            </a:r>
            <a:r>
              <a:rPr lang="pt-PT"/>
              <a:t>. Este método possibilita a redução da dimensionalidade, discriminando as </a:t>
            </a:r>
            <a:r>
              <a:rPr lang="pt-PT" err="1"/>
              <a:t>features</a:t>
            </a:r>
            <a:r>
              <a:rPr lang="pt-PT"/>
              <a:t> mais relevantes. Neste trabalho foram identificados os dois componentes principais e, numa segunda fase do mesmo, estas </a:t>
            </a:r>
            <a:r>
              <a:rPr lang="pt-PT" err="1"/>
              <a:t>features</a:t>
            </a:r>
            <a:r>
              <a:rPr lang="pt-PT"/>
              <a:t> foram dadas como input aos modelos, com o objetivo a avaliar a influência da simplificação do treino na performance dos algoritmos implementados.</a:t>
            </a:r>
          </a:p>
        </p:txBody>
      </p:sp>
    </p:spTree>
    <p:extLst>
      <p:ext uri="{BB962C8B-B14F-4D97-AF65-F5344CB8AC3E}">
        <p14:creationId xmlns:p14="http://schemas.microsoft.com/office/powerpoint/2010/main" val="969751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a:extLst>
            <a:ext uri="{FF2B5EF4-FFF2-40B4-BE49-F238E27FC236}">
              <a16:creationId xmlns:a16="http://schemas.microsoft.com/office/drawing/2014/main" id="{1A68961D-D0BF-3507-D45B-7FE34ACBD71F}"/>
            </a:ext>
          </a:extLst>
        </p:cNvPr>
        <p:cNvGrpSpPr/>
        <p:nvPr/>
      </p:nvGrpSpPr>
      <p:grpSpPr>
        <a:xfrm>
          <a:off x="0" y="0"/>
          <a:ext cx="0" cy="0"/>
          <a:chOff x="0" y="0"/>
          <a:chExt cx="0" cy="0"/>
        </a:xfrm>
      </p:grpSpPr>
      <p:sp>
        <p:nvSpPr>
          <p:cNvPr id="325" name="Google Shape;325;g1910c9cffe2_0_15:notes">
            <a:extLst>
              <a:ext uri="{FF2B5EF4-FFF2-40B4-BE49-F238E27FC236}">
                <a16:creationId xmlns:a16="http://schemas.microsoft.com/office/drawing/2014/main" id="{E4613BDB-36E0-7A16-BFED-9586DEE2E7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910c9cffe2_0_15:notes">
            <a:extLst>
              <a:ext uri="{FF2B5EF4-FFF2-40B4-BE49-F238E27FC236}">
                <a16:creationId xmlns:a16="http://schemas.microsoft.com/office/drawing/2014/main" id="{AD4A5D27-04DE-C921-F21C-D5D943B87C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Para o modelo de regressão linear, utilizou-se o métodos dos mínimos quadrados ordinários, que tem por objetivo minimizar a soma dos erros quadrados, sendo este treinado no set de treino mas testado na junção dos sets de validação e teste. 13s</a:t>
            </a:r>
            <a:endParaRPr/>
          </a:p>
        </p:txBody>
      </p:sp>
    </p:spTree>
    <p:extLst>
      <p:ext uri="{BB962C8B-B14F-4D97-AF65-F5344CB8AC3E}">
        <p14:creationId xmlns:p14="http://schemas.microsoft.com/office/powerpoint/2010/main" val="973132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a:extLst>
            <a:ext uri="{FF2B5EF4-FFF2-40B4-BE49-F238E27FC236}">
              <a16:creationId xmlns:a16="http://schemas.microsoft.com/office/drawing/2014/main" id="{97385E8A-3C38-EF6E-82C5-45CF81345660}"/>
            </a:ext>
          </a:extLst>
        </p:cNvPr>
        <p:cNvGrpSpPr/>
        <p:nvPr/>
      </p:nvGrpSpPr>
      <p:grpSpPr>
        <a:xfrm>
          <a:off x="0" y="0"/>
          <a:ext cx="0" cy="0"/>
          <a:chOff x="0" y="0"/>
          <a:chExt cx="0" cy="0"/>
        </a:xfrm>
      </p:grpSpPr>
      <p:sp>
        <p:nvSpPr>
          <p:cNvPr id="325" name="Google Shape;325;g1910c9cffe2_0_15:notes">
            <a:extLst>
              <a:ext uri="{FF2B5EF4-FFF2-40B4-BE49-F238E27FC236}">
                <a16:creationId xmlns:a16="http://schemas.microsoft.com/office/drawing/2014/main" id="{72B8BC1F-62CE-74FC-1F30-3952F39C1A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910c9cffe2_0_15:notes">
            <a:extLst>
              <a:ext uri="{FF2B5EF4-FFF2-40B4-BE49-F238E27FC236}">
                <a16:creationId xmlns:a16="http://schemas.microsoft.com/office/drawing/2014/main" id="{1AFC188A-19E9-2267-6994-26E4ECFB21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Para o modelo de </a:t>
            </a:r>
            <a:r>
              <a:rPr lang="pt-PT" err="1"/>
              <a:t>Support</a:t>
            </a:r>
            <a:r>
              <a:rPr lang="pt-PT"/>
              <a:t> </a:t>
            </a:r>
            <a:r>
              <a:rPr lang="pt-PT" err="1"/>
              <a:t>Vector</a:t>
            </a:r>
            <a:r>
              <a:rPr lang="pt-PT"/>
              <a:t> </a:t>
            </a:r>
            <a:r>
              <a:rPr lang="pt-PT" err="1"/>
              <a:t>Machine</a:t>
            </a:r>
            <a:r>
              <a:rPr lang="pt-PT"/>
              <a:t>, um primeiro passo consiste em definir a grelha de parâmetros que será usada no </a:t>
            </a:r>
            <a:r>
              <a:rPr lang="pt-PT" err="1"/>
              <a:t>gridSearch</a:t>
            </a:r>
            <a:r>
              <a:rPr lang="pt-PT"/>
              <a:t> na fase de </a:t>
            </a:r>
            <a:r>
              <a:rPr lang="pt-PT" err="1"/>
              <a:t>tunning</a:t>
            </a:r>
            <a:r>
              <a:rPr lang="pt-PT"/>
              <a:t> dos </a:t>
            </a:r>
            <a:r>
              <a:rPr lang="pt-PT" err="1"/>
              <a:t>hiperparâmetros</a:t>
            </a:r>
            <a:r>
              <a:rPr lang="pt-PT"/>
              <a:t>. Na fase de </a:t>
            </a:r>
            <a:r>
              <a:rPr lang="pt-PT" err="1"/>
              <a:t>tunning</a:t>
            </a:r>
            <a:r>
              <a:rPr lang="pt-PT"/>
              <a:t>, com a grelha definida, foi utilizado o método de </a:t>
            </a:r>
            <a:r>
              <a:rPr lang="pt-PT" err="1"/>
              <a:t>One-vs-Rest</a:t>
            </a:r>
            <a:r>
              <a:rPr lang="pt-PT"/>
              <a:t> por ser um problema de </a:t>
            </a:r>
            <a:r>
              <a:rPr lang="pt-PT" err="1"/>
              <a:t>multi-classe</a:t>
            </a:r>
            <a:r>
              <a:rPr lang="pt-PT"/>
              <a:t>, e uma divisão </a:t>
            </a:r>
            <a:r>
              <a:rPr lang="pt-PT" err="1"/>
              <a:t>pre-definida</a:t>
            </a:r>
            <a:r>
              <a:rPr lang="pt-PT"/>
              <a:t> de treino e validação.</a:t>
            </a:r>
            <a:br>
              <a:rPr lang="pt-PT"/>
            </a:br>
            <a:r>
              <a:rPr lang="pt-PT"/>
              <a:t>Depois de ser obtida a melhor combinação de parâmetros e o melhor </a:t>
            </a:r>
            <a:r>
              <a:rPr lang="pt-PT" err="1"/>
              <a:t>estimator</a:t>
            </a:r>
            <a:r>
              <a:rPr lang="pt-PT"/>
              <a:t>, este é testado no set de teste. 38s</a:t>
            </a:r>
            <a:endParaRPr/>
          </a:p>
        </p:txBody>
      </p:sp>
    </p:spTree>
    <p:extLst>
      <p:ext uri="{BB962C8B-B14F-4D97-AF65-F5344CB8AC3E}">
        <p14:creationId xmlns:p14="http://schemas.microsoft.com/office/powerpoint/2010/main" val="864305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910c9cffe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910c9cffe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Outro método que avaliamos para a resolução deste problema foi o </a:t>
            </a:r>
            <a:r>
              <a:rPr lang="pt-PT" err="1"/>
              <a:t>random</a:t>
            </a:r>
            <a:r>
              <a:rPr lang="pt-PT"/>
              <a:t> </a:t>
            </a:r>
            <a:r>
              <a:rPr lang="pt-PT" err="1"/>
              <a:t>forest</a:t>
            </a:r>
            <a:r>
              <a:rPr lang="pt-PT"/>
              <a:t>, testado tanto na tarefa de classificação como na de </a:t>
            </a:r>
            <a:r>
              <a:rPr lang="pt-PT" err="1"/>
              <a:t>regressão.De</a:t>
            </a:r>
            <a:r>
              <a:rPr lang="pt-PT"/>
              <a:t> uma forma simplificada, o que este modelo faz é basear a sua decisão nas previsões individuais de árvores de decisão independentes criadas com grupos aleatórios do conjunto de dados de treino.	</a:t>
            </a:r>
          </a:p>
          <a:p>
            <a:pPr marL="171450" lvl="0" indent="-171450" algn="l" rtl="0">
              <a:spcBef>
                <a:spcPts val="0"/>
              </a:spcBef>
              <a:spcAft>
                <a:spcPts val="0"/>
              </a:spcAft>
              <a:buFontTx/>
              <a:buChar char="-"/>
            </a:pPr>
            <a:r>
              <a:rPr lang="pt-PT"/>
              <a:t>Nas tarefas de classificação, cada árvore tenta minimizar a função "</a:t>
            </a:r>
            <a:r>
              <a:rPr lang="pt-PT" err="1"/>
              <a:t>Giny</a:t>
            </a:r>
            <a:r>
              <a:rPr lang="pt-PT"/>
              <a:t> </a:t>
            </a:r>
            <a:r>
              <a:rPr lang="pt-PT" err="1"/>
              <a:t>Imputiry</a:t>
            </a:r>
            <a:r>
              <a:rPr lang="pt-PT"/>
              <a:t>" e faz a sua previsão com base no voto maioritário do conjunto das árvores.	</a:t>
            </a:r>
          </a:p>
          <a:p>
            <a:pPr marL="171450" lvl="0" indent="-171450" algn="l" rtl="0">
              <a:spcBef>
                <a:spcPts val="0"/>
              </a:spcBef>
              <a:spcAft>
                <a:spcPts val="0"/>
              </a:spcAft>
              <a:buFontTx/>
              <a:buChar char="-"/>
            </a:pPr>
            <a:r>
              <a:rPr lang="pt-PT"/>
              <a:t>Nas tarefas de regressão, cada árvore tenta minimizar o </a:t>
            </a:r>
            <a:r>
              <a:rPr lang="pt-PT" err="1"/>
              <a:t>mean</a:t>
            </a:r>
            <a:r>
              <a:rPr lang="pt-PT"/>
              <a:t> </a:t>
            </a:r>
            <a:r>
              <a:rPr lang="pt-PT" err="1"/>
              <a:t>square</a:t>
            </a:r>
            <a:r>
              <a:rPr lang="pt-PT"/>
              <a:t> error e o modelo prevê a média do conjunto do output individual do conjunto das árvores.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a:extLst>
            <a:ext uri="{FF2B5EF4-FFF2-40B4-BE49-F238E27FC236}">
              <a16:creationId xmlns:a16="http://schemas.microsoft.com/office/drawing/2014/main" id="{1A68961D-D0BF-3507-D45B-7FE34ACBD71F}"/>
            </a:ext>
          </a:extLst>
        </p:cNvPr>
        <p:cNvGrpSpPr/>
        <p:nvPr/>
      </p:nvGrpSpPr>
      <p:grpSpPr>
        <a:xfrm>
          <a:off x="0" y="0"/>
          <a:ext cx="0" cy="0"/>
          <a:chOff x="0" y="0"/>
          <a:chExt cx="0" cy="0"/>
        </a:xfrm>
      </p:grpSpPr>
      <p:sp>
        <p:nvSpPr>
          <p:cNvPr id="325" name="Google Shape;325;g1910c9cffe2_0_15:notes">
            <a:extLst>
              <a:ext uri="{FF2B5EF4-FFF2-40B4-BE49-F238E27FC236}">
                <a16:creationId xmlns:a16="http://schemas.microsoft.com/office/drawing/2014/main" id="{E4613BDB-36E0-7A16-BFED-9586DEE2E7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910c9cffe2_0_15:notes">
            <a:extLst>
              <a:ext uri="{FF2B5EF4-FFF2-40B4-BE49-F238E27FC236}">
                <a16:creationId xmlns:a16="http://schemas.microsoft.com/office/drawing/2014/main" id="{AD4A5D27-04DE-C921-F21C-D5D943B87C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lnSpc>
                <a:spcPct val="115000"/>
              </a:lnSpc>
              <a:spcAft>
                <a:spcPts val="800"/>
              </a:spcAft>
              <a:buNone/>
            </a:pPr>
            <a:r>
              <a:rPr lang="pt-PT" sz="1800" kern="100">
                <a:effectLst/>
                <a:latin typeface="Aptos" panose="020B0004020202020204" pitchFamily="34" charset="0"/>
                <a:ea typeface="Aptos" panose="020B0004020202020204" pitchFamily="34" charset="0"/>
                <a:cs typeface="Times New Roman" panose="02020603050405020304" pitchFamily="18" charset="0"/>
              </a:rPr>
              <a:t>Em relação à </a:t>
            </a:r>
            <a:r>
              <a:rPr lang="pt-PT" sz="1800" kern="100" err="1">
                <a:effectLst/>
                <a:latin typeface="Aptos" panose="020B0004020202020204" pitchFamily="34" charset="0"/>
                <a:ea typeface="Aptos" panose="020B0004020202020204" pitchFamily="34" charset="0"/>
                <a:cs typeface="Times New Roman" panose="02020603050405020304" pitchFamily="18" charset="0"/>
              </a:rPr>
              <a:t>FFNN</a:t>
            </a:r>
            <a:r>
              <a:rPr lang="pt-PT" sz="1800" kern="100">
                <a:effectLst/>
                <a:latin typeface="Aptos" panose="020B0004020202020204" pitchFamily="34" charset="0"/>
                <a:ea typeface="Aptos" panose="020B0004020202020204" pitchFamily="34" charset="0"/>
                <a:cs typeface="Times New Roman" panose="02020603050405020304" pitchFamily="18" charset="0"/>
              </a:rPr>
              <a:t>, esta fez uso de uma </a:t>
            </a:r>
            <a:r>
              <a:rPr lang="pt-PT" sz="1800" kern="100" err="1">
                <a:effectLst/>
                <a:latin typeface="Aptos" panose="020B0004020202020204" pitchFamily="34" charset="0"/>
                <a:ea typeface="Aptos" panose="020B0004020202020204" pitchFamily="34" charset="0"/>
                <a:cs typeface="Times New Roman" panose="02020603050405020304" pitchFamily="18" charset="0"/>
              </a:rPr>
              <a:t>hidden</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layer</a:t>
            </a:r>
            <a:r>
              <a:rPr lang="pt-PT" sz="1800" kern="100">
                <a:effectLst/>
                <a:latin typeface="Aptos" panose="020B0004020202020204" pitchFamily="34" charset="0"/>
                <a:ea typeface="Aptos" panose="020B0004020202020204" pitchFamily="34" charset="0"/>
                <a:cs typeface="Times New Roman" panose="02020603050405020304" pitchFamily="18" charset="0"/>
              </a:rPr>
              <a:t>, seguida de duas </a:t>
            </a:r>
            <a:r>
              <a:rPr lang="pt-PT" sz="1800" kern="100" err="1">
                <a:effectLst/>
                <a:latin typeface="Aptos" panose="020B0004020202020204" pitchFamily="34" charset="0"/>
                <a:ea typeface="Aptos" panose="020B0004020202020204" pitchFamily="34" charset="0"/>
                <a:cs typeface="Times New Roman" panose="02020603050405020304" pitchFamily="18" charset="0"/>
              </a:rPr>
              <a:t>task-specific</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layers</a:t>
            </a:r>
            <a:r>
              <a:rPr lang="pt-PT" sz="1800" kern="100">
                <a:effectLst/>
                <a:latin typeface="Aptos" panose="020B0004020202020204" pitchFamily="34" charset="0"/>
                <a:ea typeface="Aptos" panose="020B0004020202020204" pitchFamily="34" charset="0"/>
                <a:cs typeface="Times New Roman" panose="02020603050405020304" pitchFamily="18" charset="0"/>
              </a:rPr>
              <a:t>. A primeira objetiva capturar relações intrínsecas do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dataset</a:t>
            </a:r>
            <a:r>
              <a:rPr lang="pt-PT" sz="1800" kern="100">
                <a:effectLst/>
                <a:latin typeface="Aptos" panose="020B0004020202020204" pitchFamily="34" charset="0"/>
                <a:ea typeface="Aptos" panose="020B0004020202020204" pitchFamily="34" charset="0"/>
                <a:cs typeface="Times New Roman" panose="02020603050405020304" pitchFamily="18" charset="0"/>
              </a:rPr>
              <a:t>, ao passo que as </a:t>
            </a:r>
            <a:r>
              <a:rPr lang="pt-PT" sz="1800" kern="100" err="1">
                <a:effectLst/>
                <a:latin typeface="Aptos" panose="020B0004020202020204" pitchFamily="34" charset="0"/>
                <a:ea typeface="Aptos" panose="020B0004020202020204" pitchFamily="34" charset="0"/>
                <a:cs typeface="Times New Roman" panose="02020603050405020304" pitchFamily="18" charset="0"/>
              </a:rPr>
              <a:t>task-specific</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layers</a:t>
            </a:r>
            <a:r>
              <a:rPr lang="pt-PT" sz="1800" kern="100">
                <a:effectLst/>
                <a:latin typeface="Aptos" panose="020B0004020202020204" pitchFamily="34" charset="0"/>
                <a:ea typeface="Aptos" panose="020B0004020202020204" pitchFamily="34" charset="0"/>
                <a:cs typeface="Times New Roman" panose="02020603050405020304" pitchFamily="18" charset="0"/>
              </a:rPr>
              <a:t> focam-se na realização de tarefas distintas: regressão e a classificação. Ademais, foi ainda aplicada uma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dropout</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layer</a:t>
            </a:r>
            <a:r>
              <a:rPr lang="pt-PT" sz="1800" kern="100">
                <a:effectLst/>
                <a:latin typeface="Aptos" panose="020B0004020202020204" pitchFamily="34" charset="0"/>
                <a:ea typeface="Aptos" panose="020B0004020202020204" pitchFamily="34" charset="0"/>
                <a:cs typeface="Times New Roman" panose="02020603050405020304" pitchFamily="18" charset="0"/>
              </a:rPr>
              <a:t> à </a:t>
            </a:r>
            <a:r>
              <a:rPr lang="pt-PT" sz="1800" kern="100" err="1">
                <a:effectLst/>
                <a:latin typeface="Aptos" panose="020B0004020202020204" pitchFamily="34" charset="0"/>
                <a:ea typeface="Aptos" panose="020B0004020202020204" pitchFamily="34" charset="0"/>
                <a:cs typeface="Times New Roman" panose="02020603050405020304" pitchFamily="18" charset="0"/>
              </a:rPr>
              <a:t>hidden</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layer</a:t>
            </a:r>
            <a:r>
              <a:rPr lang="pt-PT" sz="1800" kern="100">
                <a:effectLst/>
                <a:latin typeface="Aptos" panose="020B0004020202020204" pitchFamily="34" charset="0"/>
                <a:ea typeface="Aptos" panose="020B0004020202020204" pitchFamily="34" charset="0"/>
                <a:cs typeface="Times New Roman" panose="02020603050405020304" pitchFamily="18" charset="0"/>
              </a:rPr>
              <a:t>, de forma a tentar diminuir 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overfitting</a:t>
            </a:r>
            <a:r>
              <a:rPr lang="pt-PT" sz="1800" kern="100">
                <a:effectLst/>
                <a:latin typeface="Aptos" panose="020B0004020202020204" pitchFamily="34" charset="0"/>
                <a:ea typeface="Aptos" panose="020B0004020202020204" pitchFamily="34" charset="0"/>
                <a:cs typeface="Times New Roman" panose="02020603050405020304" pitchFamily="18" charset="0"/>
              </a:rPr>
              <a:t>, pela memorização de dados de treino. </a:t>
            </a:r>
          </a:p>
          <a:p>
            <a:pPr marL="158750" indent="0" algn="just">
              <a:lnSpc>
                <a:spcPct val="115000"/>
              </a:lnSpc>
              <a:spcAft>
                <a:spcPts val="800"/>
              </a:spcAft>
              <a:buNone/>
            </a:pPr>
            <a:r>
              <a:rPr lang="pt-PT" sz="1800" kern="100">
                <a:effectLst/>
                <a:latin typeface="Aptos" panose="020B0004020202020204" pitchFamily="34" charset="0"/>
                <a:ea typeface="Aptos" panose="020B0004020202020204" pitchFamily="34" charset="0"/>
                <a:cs typeface="Times New Roman" panose="02020603050405020304" pitchFamily="18" charset="0"/>
              </a:rPr>
              <a:t>Para 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gradient</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descent</a:t>
            </a:r>
            <a:r>
              <a:rPr lang="pt-PT" sz="1800" kern="100">
                <a:effectLst/>
                <a:latin typeface="Aptos" panose="020B0004020202020204" pitchFamily="34" charset="0"/>
                <a:ea typeface="Aptos" panose="020B0004020202020204" pitchFamily="34" charset="0"/>
                <a:cs typeface="Times New Roman" panose="02020603050405020304" pitchFamily="18" charset="0"/>
              </a:rPr>
              <a:t>, aquando da </a:t>
            </a:r>
            <a:r>
              <a:rPr lang="pt-PT" sz="1800" kern="100" err="1">
                <a:effectLst/>
                <a:latin typeface="Aptos" panose="020B0004020202020204" pitchFamily="34" charset="0"/>
                <a:ea typeface="Aptos" panose="020B0004020202020204" pitchFamily="34" charset="0"/>
                <a:cs typeface="Times New Roman" panose="02020603050405020304" pitchFamily="18" charset="0"/>
              </a:rPr>
              <a:t>backpropagation</a:t>
            </a:r>
            <a:r>
              <a:rPr lang="pt-PT" sz="1800" kern="100">
                <a:effectLst/>
                <a:latin typeface="Aptos" panose="020B0004020202020204" pitchFamily="34" charset="0"/>
                <a:ea typeface="Aptos" panose="020B0004020202020204" pitchFamily="34" charset="0"/>
                <a:cs typeface="Times New Roman" panose="02020603050405020304" pitchFamily="18" charset="0"/>
              </a:rPr>
              <a:t>, foi utilizado o adam </a:t>
            </a:r>
            <a:r>
              <a:rPr lang="pt-PT" sz="1800" kern="100" err="1">
                <a:effectLst/>
                <a:latin typeface="Aptos" panose="020B0004020202020204" pitchFamily="34" charset="0"/>
                <a:ea typeface="Aptos" panose="020B0004020202020204" pitchFamily="34" charset="0"/>
                <a:cs typeface="Times New Roman" panose="02020603050405020304" pitchFamily="18" charset="0"/>
              </a:rPr>
              <a:t>optimizer</a:t>
            </a:r>
            <a:r>
              <a:rPr lang="pt-PT" sz="1800" kern="100">
                <a:effectLst/>
                <a:latin typeface="Aptos" panose="020B0004020202020204" pitchFamily="34" charset="0"/>
                <a:ea typeface="Aptos" panose="020B0004020202020204" pitchFamily="34" charset="0"/>
                <a:cs typeface="Times New Roman" panose="02020603050405020304" pitchFamily="18" charset="0"/>
              </a:rPr>
              <a:t>. Ademais, fez-se uso de um </a:t>
            </a:r>
            <a:r>
              <a:rPr lang="pt-PT" sz="1800" kern="100" err="1">
                <a:effectLst/>
                <a:latin typeface="Aptos" panose="020B0004020202020204" pitchFamily="34" charset="0"/>
                <a:ea typeface="Aptos" panose="020B0004020202020204" pitchFamily="34" charset="0"/>
                <a:cs typeface="Times New Roman" panose="02020603050405020304" pitchFamily="18" charset="0"/>
              </a:rPr>
              <a:t>learning</a:t>
            </a:r>
            <a:r>
              <a:rPr lang="pt-PT" sz="1800" kern="100">
                <a:effectLst/>
                <a:latin typeface="Aptos" panose="020B0004020202020204" pitchFamily="34" charset="0"/>
                <a:ea typeface="Aptos" panose="020B0004020202020204" pitchFamily="34" charset="0"/>
                <a:cs typeface="Times New Roman" panose="02020603050405020304" pitchFamily="18" charset="0"/>
              </a:rPr>
              <a:t> rate </a:t>
            </a:r>
            <a:r>
              <a:rPr lang="pt-PT" sz="1800" kern="100" err="1">
                <a:effectLst/>
                <a:latin typeface="Aptos" panose="020B0004020202020204" pitchFamily="34" charset="0"/>
                <a:ea typeface="Aptos" panose="020B0004020202020204" pitchFamily="34" charset="0"/>
                <a:cs typeface="Times New Roman" panose="02020603050405020304" pitchFamily="18" charset="0"/>
              </a:rPr>
              <a:t>sheduler</a:t>
            </a:r>
            <a:r>
              <a:rPr lang="pt-PT" sz="1800" kern="100">
                <a:effectLst/>
                <a:latin typeface="Aptos" panose="020B0004020202020204" pitchFamily="34" charset="0"/>
                <a:ea typeface="Aptos" panose="020B0004020202020204" pitchFamily="34" charset="0"/>
                <a:cs typeface="Times New Roman" panose="02020603050405020304" pitchFamily="18" charset="0"/>
              </a:rPr>
              <a:t> e do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early</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stopping</a:t>
            </a:r>
            <a:r>
              <a:rPr lang="pt-PT" sz="1800" kern="100">
                <a:effectLst/>
                <a:latin typeface="Aptos" panose="020B0004020202020204" pitchFamily="34" charset="0"/>
                <a:ea typeface="Aptos" panose="020B0004020202020204" pitchFamily="34" charset="0"/>
                <a:cs typeface="Times New Roman" panose="02020603050405020304" pitchFamily="18" charset="0"/>
              </a:rPr>
              <a:t> para a validação. </a:t>
            </a:r>
          </a:p>
          <a:p>
            <a:pPr marL="0" lvl="0" indent="0" algn="l" rtl="0">
              <a:spcBef>
                <a:spcPts val="0"/>
              </a:spcBef>
              <a:spcAft>
                <a:spcPts val="0"/>
              </a:spcAft>
              <a:buNone/>
            </a:pPr>
            <a:endParaRPr/>
          </a:p>
        </p:txBody>
      </p:sp>
    </p:spTree>
    <p:extLst>
      <p:ext uri="{BB962C8B-B14F-4D97-AF65-F5344CB8AC3E}">
        <p14:creationId xmlns:p14="http://schemas.microsoft.com/office/powerpoint/2010/main" val="374740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500B95FF-BA74-A3F9-A83A-A1D03C1559A4}"/>
            </a:ext>
          </a:extLst>
        </p:cNvPr>
        <p:cNvGrpSpPr/>
        <p:nvPr/>
      </p:nvGrpSpPr>
      <p:grpSpPr>
        <a:xfrm>
          <a:off x="0" y="0"/>
          <a:ext cx="0" cy="0"/>
          <a:chOff x="0" y="0"/>
          <a:chExt cx="0" cy="0"/>
        </a:xfrm>
      </p:grpSpPr>
      <p:sp>
        <p:nvSpPr>
          <p:cNvPr id="257" name="Google Shape;257;g54dda1946d_6_308:notes">
            <a:extLst>
              <a:ext uri="{FF2B5EF4-FFF2-40B4-BE49-F238E27FC236}">
                <a16:creationId xmlns:a16="http://schemas.microsoft.com/office/drawing/2014/main" id="{EFE5E953-649A-F5D9-BFF4-6517881496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4dda1946d_6_308:notes">
            <a:extLst>
              <a:ext uri="{FF2B5EF4-FFF2-40B4-BE49-F238E27FC236}">
                <a16:creationId xmlns:a16="http://schemas.microsoft.com/office/drawing/2014/main" id="{9B9A1D42-0FB6-7F92-A5E0-E01FDEFFF7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4525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5181FB1D-A635-B872-83FB-D64B5BC9FF7E}"/>
            </a:ext>
          </a:extLst>
        </p:cNvPr>
        <p:cNvGrpSpPr/>
        <p:nvPr/>
      </p:nvGrpSpPr>
      <p:grpSpPr>
        <a:xfrm>
          <a:off x="0" y="0"/>
          <a:ext cx="0" cy="0"/>
          <a:chOff x="0" y="0"/>
          <a:chExt cx="0" cy="0"/>
        </a:xfrm>
      </p:grpSpPr>
      <p:sp>
        <p:nvSpPr>
          <p:cNvPr id="405" name="Google Shape;405;g54dda1946d_4_2701:notes">
            <a:extLst>
              <a:ext uri="{FF2B5EF4-FFF2-40B4-BE49-F238E27FC236}">
                <a16:creationId xmlns:a16="http://schemas.microsoft.com/office/drawing/2014/main" id="{7B862DBB-FBE8-62A2-DCBD-AB60C5F850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4_2701:notes">
            <a:extLst>
              <a:ext uri="{FF2B5EF4-FFF2-40B4-BE49-F238E27FC236}">
                <a16:creationId xmlns:a16="http://schemas.microsoft.com/office/drawing/2014/main" id="{7307BAD4-67E5-FC09-41D3-E0288E5B03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Como podemos verificar, a distribuição Gaussiana da </a:t>
            </a:r>
            <a:r>
              <a:rPr lang="pt-PT" err="1"/>
              <a:t>expected_efficiency</a:t>
            </a:r>
            <a:r>
              <a:rPr lang="pt-PT"/>
              <a:t>, é homogénea para todos os sets.</a:t>
            </a:r>
          </a:p>
          <a:p>
            <a:pPr marL="0" lvl="0" indent="0" algn="l" rtl="0">
              <a:spcBef>
                <a:spcPts val="0"/>
              </a:spcBef>
              <a:spcAft>
                <a:spcPts val="0"/>
              </a:spcAft>
              <a:buNone/>
            </a:pPr>
            <a:r>
              <a:rPr lang="pt-PT"/>
              <a:t>Relativamente ao </a:t>
            </a:r>
            <a:r>
              <a:rPr lang="pt-PT" err="1"/>
              <a:t>efficiency_level</a:t>
            </a:r>
            <a:r>
              <a:rPr lang="pt-PT"/>
              <a:t>, também há uma igualdade entre sets já que as frequências relativas das várias classes são as mesmas.</a:t>
            </a:r>
            <a:br>
              <a:rPr lang="pt-PT"/>
            </a:br>
            <a:r>
              <a:rPr lang="pt-PT"/>
              <a:t>Para além disso, podemos ver que há um desequilíbrio nas classes do </a:t>
            </a:r>
            <a:r>
              <a:rPr lang="pt-PT" err="1"/>
              <a:t>dataset</a:t>
            </a:r>
            <a:r>
              <a:rPr lang="pt-PT"/>
              <a:t>, havendo mais samples para a classe ‘</a:t>
            </a:r>
            <a:r>
              <a:rPr lang="pt-PT" err="1"/>
              <a:t>good</a:t>
            </a:r>
            <a:r>
              <a:rPr lang="pt-PT"/>
              <a:t>’ e menos para a classe ‘</a:t>
            </a:r>
            <a:r>
              <a:rPr lang="pt-PT" err="1"/>
              <a:t>moderate</a:t>
            </a:r>
            <a:r>
              <a:rPr lang="pt-PT"/>
              <a:t>’. 20s</a:t>
            </a:r>
            <a:endParaRPr/>
          </a:p>
        </p:txBody>
      </p:sp>
    </p:spTree>
    <p:extLst>
      <p:ext uri="{BB962C8B-B14F-4D97-AF65-F5344CB8AC3E}">
        <p14:creationId xmlns:p14="http://schemas.microsoft.com/office/powerpoint/2010/main" val="407637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5181FB1D-A635-B872-83FB-D64B5BC9FF7E}"/>
            </a:ext>
          </a:extLst>
        </p:cNvPr>
        <p:cNvGrpSpPr/>
        <p:nvPr/>
      </p:nvGrpSpPr>
      <p:grpSpPr>
        <a:xfrm>
          <a:off x="0" y="0"/>
          <a:ext cx="0" cy="0"/>
          <a:chOff x="0" y="0"/>
          <a:chExt cx="0" cy="0"/>
        </a:xfrm>
      </p:grpSpPr>
      <p:sp>
        <p:nvSpPr>
          <p:cNvPr id="405" name="Google Shape;405;g54dda1946d_4_2701:notes">
            <a:extLst>
              <a:ext uri="{FF2B5EF4-FFF2-40B4-BE49-F238E27FC236}">
                <a16:creationId xmlns:a16="http://schemas.microsoft.com/office/drawing/2014/main" id="{7B862DBB-FBE8-62A2-DCBD-AB60C5F850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4_2701:notes">
            <a:extLst>
              <a:ext uri="{FF2B5EF4-FFF2-40B4-BE49-F238E27FC236}">
                <a16:creationId xmlns:a16="http://schemas.microsoft.com/office/drawing/2014/main" id="{7307BAD4-67E5-FC09-41D3-E0288E5B03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lnSpc>
                <a:spcPct val="115000"/>
              </a:lnSpc>
              <a:spcAft>
                <a:spcPts val="800"/>
              </a:spcAft>
              <a:buNone/>
            </a:pPr>
            <a:r>
              <a:rPr lang="pt-PT" sz="1800" kern="100">
                <a:effectLst/>
                <a:latin typeface="Aptos" panose="020B0004020202020204" pitchFamily="34" charset="0"/>
                <a:ea typeface="Aptos" panose="020B0004020202020204" pitchFamily="34" charset="0"/>
                <a:cs typeface="Times New Roman" panose="02020603050405020304" pitchFamily="18" charset="0"/>
              </a:rPr>
              <a:t>Relativamente à análise dos componentes principais, inferimos que estes são a </a:t>
            </a:r>
            <a:r>
              <a:rPr lang="pt-PT" sz="1800" kern="100" err="1">
                <a:effectLst/>
                <a:latin typeface="Aptos" panose="020B0004020202020204" pitchFamily="34" charset="0"/>
                <a:ea typeface="Aptos" panose="020B0004020202020204" pitchFamily="34" charset="0"/>
                <a:cs typeface="Times New Roman" panose="02020603050405020304" pitchFamily="18" charset="0"/>
              </a:rPr>
              <a:t>ISC</a:t>
            </a:r>
            <a:r>
              <a:rPr lang="pt-PT" sz="1800" kern="100">
                <a:effectLst/>
                <a:latin typeface="Aptos" panose="020B0004020202020204" pitchFamily="34" charset="0"/>
                <a:ea typeface="Aptos" panose="020B0004020202020204" pitchFamily="34" charset="0"/>
                <a:cs typeface="Times New Roman" panose="02020603050405020304" pitchFamily="18" charset="0"/>
              </a:rPr>
              <a:t> (Short-</a:t>
            </a:r>
            <a:r>
              <a:rPr lang="pt-PT" sz="1800" kern="100" err="1">
                <a:effectLst/>
                <a:latin typeface="Aptos" panose="020B0004020202020204" pitchFamily="34" charset="0"/>
                <a:ea typeface="Aptos" panose="020B0004020202020204" pitchFamily="34" charset="0"/>
                <a:cs typeface="Times New Roman" panose="02020603050405020304" pitchFamily="18" charset="0"/>
              </a:rPr>
              <a:t>circuit</a:t>
            </a:r>
            <a:r>
              <a:rPr lang="pt-PT" sz="1800" kern="100">
                <a:effectLst/>
                <a:latin typeface="Aptos" panose="020B0004020202020204" pitchFamily="34" charset="0"/>
                <a:ea typeface="Aptos" panose="020B0004020202020204" pitchFamily="34" charset="0"/>
                <a:cs typeface="Times New Roman" panose="02020603050405020304" pitchFamily="18" charset="0"/>
              </a:rPr>
              <a:t> </a:t>
            </a:r>
            <a:r>
              <a:rPr lang="pt-PT" sz="1800" kern="100" err="1">
                <a:effectLst/>
                <a:latin typeface="Aptos" panose="020B0004020202020204" pitchFamily="34" charset="0"/>
                <a:ea typeface="Aptos" panose="020B0004020202020204" pitchFamily="34" charset="0"/>
                <a:cs typeface="Times New Roman" panose="02020603050405020304" pitchFamily="18" charset="0"/>
              </a:rPr>
              <a:t>current</a:t>
            </a:r>
            <a:r>
              <a:rPr lang="pt-PT" sz="1800" kern="100">
                <a:effectLst/>
                <a:latin typeface="Aptos" panose="020B0004020202020204" pitchFamily="34" charset="0"/>
                <a:ea typeface="Aptos" panose="020B0004020202020204" pitchFamily="34" charset="0"/>
                <a:cs typeface="Times New Roman" panose="02020603050405020304" pitchFamily="18" charset="0"/>
              </a:rPr>
              <a:t>), diretamente proporcional à potência máxima do módulo fotovoltaico e forte indicativo da sua eficiência operacional, e a área afetada relativa. Estes componentes têm uma importância de 46% e 25% no </a:t>
            </a:r>
            <a:r>
              <a:rPr lang="pt-PT" sz="1800" kern="100" err="1">
                <a:effectLst/>
                <a:latin typeface="Aptos" panose="020B0004020202020204" pitchFamily="34" charset="0"/>
                <a:ea typeface="Aptos" panose="020B0004020202020204" pitchFamily="34" charset="0"/>
                <a:cs typeface="Times New Roman" panose="02020603050405020304" pitchFamily="18" charset="0"/>
              </a:rPr>
              <a:t>dataset</a:t>
            </a:r>
            <a:r>
              <a:rPr lang="pt-PT" sz="1800" kern="100">
                <a:effectLst/>
                <a:latin typeface="Aptos" panose="020B0004020202020204" pitchFamily="34" charset="0"/>
                <a:ea typeface="Aptos" panose="020B0004020202020204" pitchFamily="34" charset="0"/>
                <a:cs typeface="Times New Roman" panose="02020603050405020304" pitchFamily="18" charset="0"/>
              </a:rPr>
              <a:t>, respetivamente.  Estes têm uma forte correlação negativa, sendo que a </a:t>
            </a:r>
            <a:r>
              <a:rPr lang="pt-PT" sz="1800" kern="100" err="1">
                <a:effectLst/>
                <a:latin typeface="Aptos" panose="020B0004020202020204" pitchFamily="34" charset="0"/>
                <a:ea typeface="Aptos" panose="020B0004020202020204" pitchFamily="34" charset="0"/>
                <a:cs typeface="Times New Roman" panose="02020603050405020304" pitchFamily="18" charset="0"/>
              </a:rPr>
              <a:t>ISC</a:t>
            </a:r>
            <a:r>
              <a:rPr lang="pt-PT" sz="1800" kern="100">
                <a:effectLst/>
                <a:latin typeface="Aptos" panose="020B0004020202020204" pitchFamily="34" charset="0"/>
                <a:ea typeface="Aptos" panose="020B0004020202020204" pitchFamily="34" charset="0"/>
                <a:cs typeface="Times New Roman" panose="02020603050405020304" pitchFamily="18" charset="0"/>
              </a:rPr>
              <a:t> diminui com o aumento da área relativa afetada. </a:t>
            </a:r>
          </a:p>
        </p:txBody>
      </p:sp>
    </p:spTree>
    <p:extLst>
      <p:ext uri="{BB962C8B-B14F-4D97-AF65-F5344CB8AC3E}">
        <p14:creationId xmlns:p14="http://schemas.microsoft.com/office/powerpoint/2010/main" val="3125324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Em relação aos resultados obtidos com a implementação dos métodos, é importante referir que:	- Tarefa de classificação (com todas as </a:t>
            </a:r>
            <a:r>
              <a:rPr lang="pt-PT" err="1"/>
              <a:t>features</a:t>
            </a:r>
            <a:r>
              <a:rPr lang="pt-PT"/>
              <a:t> como input):		○ De uma forma geral, as métricas avaliadas apresentaram valores próximos dos ótimos		○ FFNN foi o que obteve uma precisão maior		○ Com base na </a:t>
            </a:r>
            <a:r>
              <a:rPr lang="pt-PT" err="1"/>
              <a:t>balanced</a:t>
            </a:r>
            <a:r>
              <a:rPr lang="pt-PT"/>
              <a:t> </a:t>
            </a:r>
            <a:r>
              <a:rPr lang="pt-PT" err="1"/>
              <a:t>accuracy</a:t>
            </a:r>
            <a:r>
              <a:rPr lang="pt-PT"/>
              <a:t> o RF é o que parece ter mais dificuldade com o desequilíbrio de classes		○ Olhando para o valor de F1, que em tarefas de classificação com classes com nº de amostras diferentes se torna muito relevante para perceber a habilidade do modelo para minimizar tanto FP como FN , é bastante alto em todos os modelos, particularmente no FFNN</a:t>
            </a:r>
            <a:endParaRPr/>
          </a:p>
        </p:txBody>
      </p:sp>
    </p:spTree>
    <p:extLst>
      <p:ext uri="{BB962C8B-B14F-4D97-AF65-F5344CB8AC3E}">
        <p14:creationId xmlns:p14="http://schemas.microsoft.com/office/powerpoint/2010/main" val="3109497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- 2 </a:t>
            </a:r>
            <a:r>
              <a:rPr lang="pt-PT" err="1"/>
              <a:t>features</a:t>
            </a:r>
            <a:r>
              <a:rPr lang="pt-PT"/>
              <a:t>:		○ Desempenho geral diminuiu​		○ FFNN continua a ser o com maior </a:t>
            </a:r>
            <a:r>
              <a:rPr lang="pt-PT" err="1"/>
              <a:t>accuracy</a:t>
            </a:r>
            <a:r>
              <a:rPr lang="pt-PT"/>
              <a:t> (RF passa o SVM), MAS		○ SVM  tem uma </a:t>
            </a:r>
            <a:r>
              <a:rPr lang="pt-PT" err="1"/>
              <a:t>balanced</a:t>
            </a:r>
            <a:r>
              <a:rPr lang="pt-PT"/>
              <a:t> </a:t>
            </a:r>
            <a:r>
              <a:rPr lang="pt-PT" err="1"/>
              <a:t>accuracy</a:t>
            </a:r>
            <a:r>
              <a:rPr lang="pt-PT"/>
              <a:t> significantemente mais elevada (tanto que os outros métodos como que a própria </a:t>
            </a:r>
            <a:r>
              <a:rPr lang="pt-PT" err="1"/>
              <a:t>accuacy</a:t>
            </a:r>
            <a:r>
              <a:rPr lang="pt-PT"/>
              <a:t>), mostrando que prevê melhor classes minoritárias</a:t>
            </a:r>
            <a:endParaRPr/>
          </a:p>
        </p:txBody>
      </p:sp>
    </p:spTree>
    <p:extLst>
      <p:ext uri="{BB962C8B-B14F-4D97-AF65-F5344CB8AC3E}">
        <p14:creationId xmlns:p14="http://schemas.microsoft.com/office/powerpoint/2010/main" val="273092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Olhando agora para a tarefa de regressão:	- 10 </a:t>
            </a:r>
            <a:r>
              <a:rPr lang="pt-PT" err="1"/>
              <a:t>features</a:t>
            </a:r>
            <a:r>
              <a:rPr lang="pt-PT"/>
              <a:t>:		○ RF teve um MSE nulo e um R2 muito elevado, destacando-se por parecer capaz de reconhecer padrões mais complexos do modelo		○ FFNN, apesar de apresentar um R2 perfeito, tem um MSE superior, mostrando que apesar de capturar bem as tendências gerais dos dados, apresenta falhas nas precisões de detalhes individuais, provavelmente devido ao efeito de suavização imposto pelas funções de ativação (como a </a:t>
            </a:r>
            <a:r>
              <a:rPr lang="pt-PT" err="1"/>
              <a:t>ReLU</a:t>
            </a:r>
            <a:r>
              <a:rPr lang="pt-PT"/>
              <a:t>)</a:t>
            </a:r>
          </a:p>
          <a:p>
            <a:pPr marL="0" lvl="0" indent="0" algn="l" rtl="0">
              <a:spcBef>
                <a:spcPts val="0"/>
              </a:spcBef>
              <a:spcAft>
                <a:spcPts val="0"/>
              </a:spcAft>
              <a:buNone/>
            </a:pPr>
            <a:r>
              <a:rPr lang="pt-PT"/>
              <a:t>- 2 </a:t>
            </a:r>
            <a:r>
              <a:rPr lang="pt-PT" err="1"/>
              <a:t>features</a:t>
            </a:r>
            <a:r>
              <a:rPr lang="pt-PT"/>
              <a:t>:		○ RF e LR diminuem o seu desempenho novamente		○ Contrariamente, o FFNN apresenta métricas semelhantes De uma forma geral, FFNN parece destacar-se perante os métodos de ML em ambas as tarefas. No entanto, uma vez que tanto o conjunto de dados de treino como o de teste apresentam a mesma variância, não é possível determinar de forma conclusiva a capacidade de generalização real dos diferentes métodos para conjuntos de dados novos. É possível que o desempenho, aparentemente muito positivo, dos modelos testados esteja a resultar de </a:t>
            </a:r>
            <a:r>
              <a:rPr lang="pt-PT" err="1"/>
              <a:t>overfitting</a:t>
            </a:r>
            <a:r>
              <a:rPr lang="pt-PT"/>
              <a:t> devido à memorização dos dados de treino em vez de efetivamente aprender os padrões presentes nos dados.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D2794DA3-29D3-E5F3-55B0-FEAD353C4036}"/>
            </a:ext>
          </a:extLst>
        </p:cNvPr>
        <p:cNvGrpSpPr/>
        <p:nvPr/>
      </p:nvGrpSpPr>
      <p:grpSpPr>
        <a:xfrm>
          <a:off x="0" y="0"/>
          <a:ext cx="0" cy="0"/>
          <a:chOff x="0" y="0"/>
          <a:chExt cx="0" cy="0"/>
        </a:xfrm>
      </p:grpSpPr>
      <p:sp>
        <p:nvSpPr>
          <p:cNvPr id="257" name="Google Shape;257;g54dda1946d_6_308:notes">
            <a:extLst>
              <a:ext uri="{FF2B5EF4-FFF2-40B4-BE49-F238E27FC236}">
                <a16:creationId xmlns:a16="http://schemas.microsoft.com/office/drawing/2014/main" id="{61F3CBE3-BD7D-4918-1E89-6FDF4DF5B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54dda1946d_6_308:notes">
            <a:extLst>
              <a:ext uri="{FF2B5EF4-FFF2-40B4-BE49-F238E27FC236}">
                <a16:creationId xmlns:a16="http://schemas.microsoft.com/office/drawing/2014/main" id="{D83F5569-95DD-2E01-5E77-5D9AEFF336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23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a:extLst>
            <a:ext uri="{FF2B5EF4-FFF2-40B4-BE49-F238E27FC236}">
              <a16:creationId xmlns:a16="http://schemas.microsoft.com/office/drawing/2014/main" id="{817123B7-2BB3-68DE-10A9-1460257AF6C8}"/>
            </a:ext>
          </a:extLst>
        </p:cNvPr>
        <p:cNvGrpSpPr/>
        <p:nvPr/>
      </p:nvGrpSpPr>
      <p:grpSpPr>
        <a:xfrm>
          <a:off x="0" y="0"/>
          <a:ext cx="0" cy="0"/>
          <a:chOff x="0" y="0"/>
          <a:chExt cx="0" cy="0"/>
        </a:xfrm>
      </p:grpSpPr>
      <p:sp>
        <p:nvSpPr>
          <p:cNvPr id="325" name="Google Shape;325;g1910c9cffe2_0_15:notes">
            <a:extLst>
              <a:ext uri="{FF2B5EF4-FFF2-40B4-BE49-F238E27FC236}">
                <a16:creationId xmlns:a16="http://schemas.microsoft.com/office/drawing/2014/main" id="{2B8D3E61-EA0F-0F43-4DD6-EE4491F9FE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910c9cffe2_0_15:notes">
            <a:extLst>
              <a:ext uri="{FF2B5EF4-FFF2-40B4-BE49-F238E27FC236}">
                <a16:creationId xmlns:a16="http://schemas.microsoft.com/office/drawing/2014/main" id="{21FC4586-9318-C6D3-F0E1-1A5DE13123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sz="1100" err="1"/>
              <a:t>SVM</a:t>
            </a:r>
            <a:r>
              <a:rPr lang="pt-PT" sz="1100"/>
              <a:t> possui uma boa performance para 2 </a:t>
            </a:r>
            <a:r>
              <a:rPr lang="pt-PT" sz="1100" err="1"/>
              <a:t>features</a:t>
            </a:r>
            <a:r>
              <a:rPr lang="pt-PT" sz="1100"/>
              <a:t> tendo em conta a </a:t>
            </a:r>
            <a:r>
              <a:rPr lang="pt-PT" sz="1100" err="1"/>
              <a:t>balanced</a:t>
            </a:r>
            <a:r>
              <a:rPr lang="pt-PT" sz="1100"/>
              <a:t> </a:t>
            </a:r>
            <a:r>
              <a:rPr lang="pt-PT" sz="1100" err="1"/>
              <a:t>accuracy</a:t>
            </a:r>
            <a:r>
              <a:rPr lang="pt-PT" sz="1100"/>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pt-PT" sz="110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sz="1100"/>
              <a:t>Incorporar outros métodos para enriquecer a avaliação deste </a:t>
            </a:r>
            <a:r>
              <a:rPr lang="pt-PT" sz="1100" err="1"/>
              <a:t>dataset</a:t>
            </a:r>
            <a:endParaRPr lang="pt-PT" sz="110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sz="1100"/>
              <a:t>Data </a:t>
            </a:r>
            <a:r>
              <a:rPr lang="pt-PT" sz="1100" err="1"/>
              <a:t>augmentation</a:t>
            </a:r>
            <a:r>
              <a:rPr lang="pt-PT" sz="1100"/>
              <a:t> para combater a igualdade das distribuições dos 3 sets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pt-PT" sz="1100"/>
              <a:t>Out-</a:t>
            </a:r>
            <a:r>
              <a:rPr lang="pt-PT" sz="1100" err="1"/>
              <a:t>of</a:t>
            </a:r>
            <a:r>
              <a:rPr lang="pt-PT" sz="1100"/>
              <a:t>-</a:t>
            </a:r>
            <a:r>
              <a:rPr lang="pt-PT" sz="1100" err="1"/>
              <a:t>distribution</a:t>
            </a:r>
            <a:r>
              <a:rPr lang="pt-PT" sz="1100"/>
              <a:t> e Out-</a:t>
            </a:r>
            <a:r>
              <a:rPr lang="pt-PT" sz="1100" err="1"/>
              <a:t>of</a:t>
            </a:r>
            <a:r>
              <a:rPr lang="pt-PT" sz="1100"/>
              <a:t>-</a:t>
            </a:r>
            <a:r>
              <a:rPr lang="pt-PT" sz="1100" err="1"/>
              <a:t>domain</a:t>
            </a:r>
            <a:r>
              <a:rPr lang="pt-PT" sz="1100"/>
              <a:t> </a:t>
            </a:r>
            <a:r>
              <a:rPr lang="pt-PT" sz="1100" err="1"/>
              <a:t>testing</a:t>
            </a:r>
            <a:r>
              <a:rPr lang="pt-PT" sz="1100"/>
              <a:t> para se poderem tirar conclusões acerca da capacidade de generalização dos modelos. 70s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pt-PT" sz="1100"/>
          </a:p>
        </p:txBody>
      </p:sp>
    </p:spTree>
    <p:extLst>
      <p:ext uri="{BB962C8B-B14F-4D97-AF65-F5344CB8AC3E}">
        <p14:creationId xmlns:p14="http://schemas.microsoft.com/office/powerpoint/2010/main" val="3537787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80675" y="1687650"/>
            <a:ext cx="6350100" cy="1431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080675" y="3183000"/>
            <a:ext cx="635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0" y="0"/>
            <a:ext cx="1721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a:off x="8680750" y="-35700"/>
            <a:ext cx="0" cy="52149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5911750" y="0"/>
            <a:ext cx="3232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3"/>
          <p:cNvCxnSpPr/>
          <p:nvPr/>
        </p:nvCxnSpPr>
        <p:spPr>
          <a:xfrm>
            <a:off x="712819"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16" name="Google Shape;16;p3"/>
          <p:cNvSpPr txBox="1">
            <a:spLocks noGrp="1"/>
          </p:cNvSpPr>
          <p:nvPr>
            <p:ph type="title"/>
          </p:nvPr>
        </p:nvSpPr>
        <p:spPr>
          <a:xfrm>
            <a:off x="1500200" y="2699650"/>
            <a:ext cx="33621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1500200" y="1602050"/>
            <a:ext cx="12888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7776150" y="0"/>
            <a:ext cx="1368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5"/>
          <p:cNvCxnSpPr/>
          <p:nvPr/>
        </p:nvCxnSpPr>
        <p:spPr>
          <a:xfrm>
            <a:off x="255619"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29" name="Google Shape;29;p5"/>
          <p:cNvSpPr txBox="1">
            <a:spLocks noGrp="1"/>
          </p:cNvSpPr>
          <p:nvPr>
            <p:ph type="title"/>
          </p:nvPr>
        </p:nvSpPr>
        <p:spPr>
          <a:xfrm>
            <a:off x="720000" y="445025"/>
            <a:ext cx="6166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p5"/>
          <p:cNvSpPr txBox="1">
            <a:spLocks noGrp="1"/>
          </p:cNvSpPr>
          <p:nvPr>
            <p:ph type="subTitle" idx="1"/>
          </p:nvPr>
        </p:nvSpPr>
        <p:spPr>
          <a:xfrm>
            <a:off x="3873881" y="2193146"/>
            <a:ext cx="30009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 name="Google Shape;31;p5"/>
          <p:cNvSpPr txBox="1">
            <a:spLocks noGrp="1"/>
          </p:cNvSpPr>
          <p:nvPr>
            <p:ph type="subTitle" idx="2"/>
          </p:nvPr>
        </p:nvSpPr>
        <p:spPr>
          <a:xfrm>
            <a:off x="720000" y="2193152"/>
            <a:ext cx="30009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 name="Google Shape;32;p5"/>
          <p:cNvSpPr txBox="1">
            <a:spLocks noGrp="1"/>
          </p:cNvSpPr>
          <p:nvPr>
            <p:ph type="subTitle" idx="3"/>
          </p:nvPr>
        </p:nvSpPr>
        <p:spPr>
          <a:xfrm>
            <a:off x="720000" y="1340875"/>
            <a:ext cx="3000900" cy="83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33" name="Google Shape;33;p5"/>
          <p:cNvSpPr txBox="1">
            <a:spLocks noGrp="1"/>
          </p:cNvSpPr>
          <p:nvPr>
            <p:ph type="subTitle" idx="4"/>
          </p:nvPr>
        </p:nvSpPr>
        <p:spPr>
          <a:xfrm>
            <a:off x="3873881" y="1340875"/>
            <a:ext cx="3000900" cy="83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000">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grpSp>
        <p:nvGrpSpPr>
          <p:cNvPr id="34" name="Google Shape;34;p5"/>
          <p:cNvGrpSpPr/>
          <p:nvPr/>
        </p:nvGrpSpPr>
        <p:grpSpPr>
          <a:xfrm flipH="1">
            <a:off x="-18775" y="4604000"/>
            <a:ext cx="7429500" cy="0"/>
            <a:chOff x="2220050" y="1547100"/>
            <a:chExt cx="7429500" cy="0"/>
          </a:xfrm>
        </p:grpSpPr>
        <p:cxnSp>
          <p:nvCxnSpPr>
            <p:cNvPr id="35" name="Google Shape;35;p5"/>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6" name="Google Shape;36;p5"/>
            <p:cNvCxnSpPr/>
            <p:nvPr/>
          </p:nvCxnSpPr>
          <p:spPr>
            <a:xfrm>
              <a:off x="2684450" y="1547100"/>
              <a:ext cx="6965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 name="Google Shape;39;p6"/>
          <p:cNvSpPr/>
          <p:nvPr/>
        </p:nvSpPr>
        <p:spPr>
          <a:xfrm>
            <a:off x="8430775" y="0"/>
            <a:ext cx="713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6"/>
          <p:cNvCxnSpPr/>
          <p:nvPr/>
        </p:nvCxnSpPr>
        <p:spPr>
          <a:xfrm>
            <a:off x="35182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41" name="Google Shape;41;p6"/>
          <p:cNvGrpSpPr/>
          <p:nvPr/>
        </p:nvGrpSpPr>
        <p:grpSpPr>
          <a:xfrm flipH="1">
            <a:off x="-84700" y="4901150"/>
            <a:ext cx="7055100" cy="0"/>
            <a:chOff x="2220050" y="1547100"/>
            <a:chExt cx="7055100" cy="0"/>
          </a:xfrm>
        </p:grpSpPr>
        <p:cxnSp>
          <p:nvCxnSpPr>
            <p:cNvPr id="42" name="Google Shape;42;p6"/>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43" name="Google Shape;43;p6"/>
            <p:cNvCxnSpPr/>
            <p:nvPr/>
          </p:nvCxnSpPr>
          <p:spPr>
            <a:xfrm>
              <a:off x="2684450" y="1547100"/>
              <a:ext cx="6590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3454075" y="13071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4" name="Google Shape;54;p8"/>
          <p:cNvSpPr/>
          <p:nvPr/>
        </p:nvSpPr>
        <p:spPr>
          <a:xfrm>
            <a:off x="0" y="0"/>
            <a:ext cx="2660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 name="Google Shape;55;p8"/>
          <p:cNvCxnSpPr/>
          <p:nvPr/>
        </p:nvCxnSpPr>
        <p:spPr>
          <a:xfrm>
            <a:off x="843077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56" name="Google Shape;56;p8"/>
          <p:cNvGrpSpPr/>
          <p:nvPr/>
        </p:nvGrpSpPr>
        <p:grpSpPr>
          <a:xfrm>
            <a:off x="3230850" y="4760600"/>
            <a:ext cx="6025500" cy="0"/>
            <a:chOff x="2220050" y="1547100"/>
            <a:chExt cx="6025500" cy="0"/>
          </a:xfrm>
        </p:grpSpPr>
        <p:cxnSp>
          <p:nvCxnSpPr>
            <p:cNvPr id="57" name="Google Shape;57;p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58" name="Google Shape;58;p8"/>
            <p:cNvCxnSpPr/>
            <p:nvPr/>
          </p:nvCxnSpPr>
          <p:spPr>
            <a:xfrm>
              <a:off x="2684450" y="1547100"/>
              <a:ext cx="5561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5555725" y="0"/>
            <a:ext cx="3588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9"/>
          <p:cNvSpPr txBox="1">
            <a:spLocks noGrp="1"/>
          </p:cNvSpPr>
          <p:nvPr>
            <p:ph type="title"/>
          </p:nvPr>
        </p:nvSpPr>
        <p:spPr>
          <a:xfrm>
            <a:off x="713225" y="1254000"/>
            <a:ext cx="41586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62" name="Google Shape;62;p9"/>
          <p:cNvSpPr txBox="1">
            <a:spLocks noGrp="1"/>
          </p:cNvSpPr>
          <p:nvPr>
            <p:ph type="subTitle" idx="1"/>
          </p:nvPr>
        </p:nvSpPr>
        <p:spPr>
          <a:xfrm>
            <a:off x="713225" y="3218400"/>
            <a:ext cx="41586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cxnSp>
        <p:nvCxnSpPr>
          <p:cNvPr id="63" name="Google Shape;63;p9"/>
          <p:cNvCxnSpPr/>
          <p:nvPr/>
        </p:nvCxnSpPr>
        <p:spPr>
          <a:xfrm>
            <a:off x="517944"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64" name="Google Shape;64;p9"/>
          <p:cNvGrpSpPr/>
          <p:nvPr/>
        </p:nvGrpSpPr>
        <p:grpSpPr>
          <a:xfrm flipH="1">
            <a:off x="-93775" y="4604000"/>
            <a:ext cx="4197300" cy="0"/>
            <a:chOff x="2220050" y="1547100"/>
            <a:chExt cx="4197300" cy="0"/>
          </a:xfrm>
        </p:grpSpPr>
        <p:cxnSp>
          <p:nvCxnSpPr>
            <p:cNvPr id="65" name="Google Shape;65;p9"/>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66" name="Google Shape;66;p9"/>
            <p:cNvCxnSpPr/>
            <p:nvPr/>
          </p:nvCxnSpPr>
          <p:spPr>
            <a:xfrm>
              <a:off x="2684450" y="1547100"/>
              <a:ext cx="3732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sp>
        <p:nvSpPr>
          <p:cNvPr id="71" name="Google Shape;71;p11"/>
          <p:cNvSpPr txBox="1">
            <a:spLocks noGrp="1"/>
          </p:cNvSpPr>
          <p:nvPr>
            <p:ph type="title" hasCustomPrompt="1"/>
          </p:nvPr>
        </p:nvSpPr>
        <p:spPr>
          <a:xfrm>
            <a:off x="3091725" y="1412738"/>
            <a:ext cx="5339100" cy="1089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2" name="Google Shape;72;p11"/>
          <p:cNvSpPr txBox="1">
            <a:spLocks noGrp="1"/>
          </p:cNvSpPr>
          <p:nvPr>
            <p:ph type="subTitle" idx="1"/>
          </p:nvPr>
        </p:nvSpPr>
        <p:spPr>
          <a:xfrm>
            <a:off x="3091725" y="3233663"/>
            <a:ext cx="53391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73" name="Google Shape;73;p11"/>
          <p:cNvSpPr/>
          <p:nvPr/>
        </p:nvSpPr>
        <p:spPr>
          <a:xfrm>
            <a:off x="0" y="0"/>
            <a:ext cx="2660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11"/>
          <p:cNvCxnSpPr/>
          <p:nvPr/>
        </p:nvCxnSpPr>
        <p:spPr>
          <a:xfrm>
            <a:off x="8820525" y="-35700"/>
            <a:ext cx="0" cy="52149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6"/>
        <p:cNvGrpSpPr/>
        <p:nvPr/>
      </p:nvGrpSpPr>
      <p:grpSpPr>
        <a:xfrm>
          <a:off x="0" y="0"/>
          <a:ext cx="0" cy="0"/>
          <a:chOff x="0" y="0"/>
          <a:chExt cx="0" cy="0"/>
        </a:xfrm>
      </p:grpSpPr>
      <p:sp>
        <p:nvSpPr>
          <p:cNvPr id="77" name="Google Shape;77;p13"/>
          <p:cNvSpPr/>
          <p:nvPr/>
        </p:nvSpPr>
        <p:spPr>
          <a:xfrm>
            <a:off x="0" y="0"/>
            <a:ext cx="40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 name="Google Shape;78;p13"/>
          <p:cNvCxnSpPr/>
          <p:nvPr/>
        </p:nvCxnSpPr>
        <p:spPr>
          <a:xfrm>
            <a:off x="8430775"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79" name="Google Shape;7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 name="Google Shape;80;p13"/>
          <p:cNvSpPr txBox="1">
            <a:spLocks noGrp="1"/>
          </p:cNvSpPr>
          <p:nvPr>
            <p:ph type="title" idx="2" hasCustomPrompt="1"/>
          </p:nvPr>
        </p:nvSpPr>
        <p:spPr>
          <a:xfrm>
            <a:off x="720000" y="1579950"/>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title" idx="3" hasCustomPrompt="1"/>
          </p:nvPr>
        </p:nvSpPr>
        <p:spPr>
          <a:xfrm>
            <a:off x="720000" y="2914288"/>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title" idx="4" hasCustomPrompt="1"/>
          </p:nvPr>
        </p:nvSpPr>
        <p:spPr>
          <a:xfrm>
            <a:off x="3371772" y="1579950"/>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title" idx="5" hasCustomPrompt="1"/>
          </p:nvPr>
        </p:nvSpPr>
        <p:spPr>
          <a:xfrm>
            <a:off x="3371772" y="2914288"/>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a:spLocks noGrp="1"/>
          </p:cNvSpPr>
          <p:nvPr>
            <p:ph type="title" idx="6" hasCustomPrompt="1"/>
          </p:nvPr>
        </p:nvSpPr>
        <p:spPr>
          <a:xfrm>
            <a:off x="6023544" y="1579950"/>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a:spLocks noGrp="1"/>
          </p:cNvSpPr>
          <p:nvPr>
            <p:ph type="title" idx="7" hasCustomPrompt="1"/>
          </p:nvPr>
        </p:nvSpPr>
        <p:spPr>
          <a:xfrm>
            <a:off x="6023544" y="2914288"/>
            <a:ext cx="7650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1"/>
          </p:nvPr>
        </p:nvSpPr>
        <p:spPr>
          <a:xfrm>
            <a:off x="720000" y="1978648"/>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87" name="Google Shape;87;p13"/>
          <p:cNvSpPr txBox="1">
            <a:spLocks noGrp="1"/>
          </p:cNvSpPr>
          <p:nvPr>
            <p:ph type="subTitle" idx="8"/>
          </p:nvPr>
        </p:nvSpPr>
        <p:spPr>
          <a:xfrm>
            <a:off x="3371774" y="1978648"/>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88" name="Google Shape;88;p13"/>
          <p:cNvSpPr txBox="1">
            <a:spLocks noGrp="1"/>
          </p:cNvSpPr>
          <p:nvPr>
            <p:ph type="subTitle" idx="9"/>
          </p:nvPr>
        </p:nvSpPr>
        <p:spPr>
          <a:xfrm>
            <a:off x="6023548" y="1978648"/>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89" name="Google Shape;89;p13"/>
          <p:cNvSpPr txBox="1">
            <a:spLocks noGrp="1"/>
          </p:cNvSpPr>
          <p:nvPr>
            <p:ph type="subTitle" idx="13"/>
          </p:nvPr>
        </p:nvSpPr>
        <p:spPr>
          <a:xfrm>
            <a:off x="720000" y="3313049"/>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90" name="Google Shape;90;p13"/>
          <p:cNvSpPr txBox="1">
            <a:spLocks noGrp="1"/>
          </p:cNvSpPr>
          <p:nvPr>
            <p:ph type="subTitle" idx="14"/>
          </p:nvPr>
        </p:nvSpPr>
        <p:spPr>
          <a:xfrm>
            <a:off x="3371774" y="3313049"/>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91" name="Google Shape;91;p13"/>
          <p:cNvSpPr txBox="1">
            <a:spLocks noGrp="1"/>
          </p:cNvSpPr>
          <p:nvPr>
            <p:ph type="subTitle" idx="15"/>
          </p:nvPr>
        </p:nvSpPr>
        <p:spPr>
          <a:xfrm>
            <a:off x="6023548" y="3313049"/>
            <a:ext cx="2400600" cy="5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grpSp>
        <p:nvGrpSpPr>
          <p:cNvPr id="92" name="Google Shape;92;p13"/>
          <p:cNvGrpSpPr/>
          <p:nvPr/>
        </p:nvGrpSpPr>
        <p:grpSpPr>
          <a:xfrm>
            <a:off x="720000" y="4854300"/>
            <a:ext cx="8536500" cy="0"/>
            <a:chOff x="2220050" y="1547100"/>
            <a:chExt cx="8536500" cy="0"/>
          </a:xfrm>
        </p:grpSpPr>
        <p:cxnSp>
          <p:nvCxnSpPr>
            <p:cNvPr id="93" name="Google Shape;93;p13"/>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94" name="Google Shape;94;p13"/>
            <p:cNvCxnSpPr/>
            <p:nvPr/>
          </p:nvCxnSpPr>
          <p:spPr>
            <a:xfrm>
              <a:off x="2684450" y="1547100"/>
              <a:ext cx="8072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95"/>
        <p:cNvGrpSpPr/>
        <p:nvPr/>
      </p:nvGrpSpPr>
      <p:grpSpPr>
        <a:xfrm>
          <a:off x="0" y="0"/>
          <a:ext cx="0" cy="0"/>
          <a:chOff x="0" y="0"/>
          <a:chExt cx="0" cy="0"/>
        </a:xfrm>
      </p:grpSpPr>
      <p:sp>
        <p:nvSpPr>
          <p:cNvPr id="96" name="Google Shape;96;p14"/>
          <p:cNvSpPr/>
          <p:nvPr/>
        </p:nvSpPr>
        <p:spPr>
          <a:xfrm>
            <a:off x="0" y="0"/>
            <a:ext cx="40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98" name="Google Shape;98;p14"/>
          <p:cNvCxnSpPr/>
          <p:nvPr/>
        </p:nvCxnSpPr>
        <p:spPr>
          <a:xfrm>
            <a:off x="8783850"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99" name="Google Shape;99;p14"/>
          <p:cNvGrpSpPr/>
          <p:nvPr/>
        </p:nvGrpSpPr>
        <p:grpSpPr>
          <a:xfrm>
            <a:off x="1501085" y="4854300"/>
            <a:ext cx="7698000" cy="0"/>
            <a:chOff x="2220050" y="1547100"/>
            <a:chExt cx="7698000" cy="0"/>
          </a:xfrm>
        </p:grpSpPr>
        <p:cxnSp>
          <p:nvCxnSpPr>
            <p:cNvPr id="100" name="Google Shape;100;p14"/>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01" name="Google Shape;101;p14"/>
            <p:cNvCxnSpPr/>
            <p:nvPr/>
          </p:nvCxnSpPr>
          <p:spPr>
            <a:xfrm>
              <a:off x="2684450" y="1547100"/>
              <a:ext cx="72336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102"/>
        <p:cNvGrpSpPr/>
        <p:nvPr/>
      </p:nvGrpSpPr>
      <p:grpSpPr>
        <a:xfrm>
          <a:off x="0" y="0"/>
          <a:ext cx="0" cy="0"/>
          <a:chOff x="0" y="0"/>
          <a:chExt cx="0" cy="0"/>
        </a:xfrm>
      </p:grpSpPr>
      <p:sp>
        <p:nvSpPr>
          <p:cNvPr id="103" name="Google Shape;103;p15"/>
          <p:cNvSpPr>
            <a:spLocks noGrp="1"/>
          </p:cNvSpPr>
          <p:nvPr>
            <p:ph type="pic" idx="2"/>
          </p:nvPr>
        </p:nvSpPr>
        <p:spPr>
          <a:xfrm>
            <a:off x="1377525" y="0"/>
            <a:ext cx="3802500" cy="3033900"/>
          </a:xfrm>
          <a:prstGeom prst="rect">
            <a:avLst/>
          </a:prstGeom>
          <a:noFill/>
          <a:ln>
            <a:noFill/>
          </a:ln>
        </p:spPr>
      </p:sp>
      <p:sp>
        <p:nvSpPr>
          <p:cNvPr id="104" name="Google Shape;104;p15"/>
          <p:cNvSpPr>
            <a:spLocks noGrp="1"/>
          </p:cNvSpPr>
          <p:nvPr>
            <p:ph type="pic" idx="3"/>
          </p:nvPr>
        </p:nvSpPr>
        <p:spPr>
          <a:xfrm>
            <a:off x="5516825" y="-23825"/>
            <a:ext cx="3643800" cy="5167200"/>
          </a:xfrm>
          <a:prstGeom prst="rect">
            <a:avLst/>
          </a:prstGeom>
          <a:noFill/>
          <a:ln>
            <a:noFill/>
          </a:ln>
        </p:spPr>
      </p:sp>
      <p:sp>
        <p:nvSpPr>
          <p:cNvPr id="105" name="Google Shape;105;p15"/>
          <p:cNvSpPr/>
          <p:nvPr/>
        </p:nvSpPr>
        <p:spPr>
          <a:xfrm>
            <a:off x="0" y="0"/>
            <a:ext cx="1040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15"/>
          <p:cNvCxnSpPr/>
          <p:nvPr/>
        </p:nvCxnSpPr>
        <p:spPr>
          <a:xfrm>
            <a:off x="8805525" y="-35700"/>
            <a:ext cx="0" cy="5214900"/>
          </a:xfrm>
          <a:prstGeom prst="straightConnector1">
            <a:avLst/>
          </a:prstGeom>
          <a:noFill/>
          <a:ln w="9525" cap="flat" cmpd="sng">
            <a:solidFill>
              <a:schemeClr val="lt2"/>
            </a:solidFill>
            <a:prstDash val="solid"/>
            <a:round/>
            <a:headEnd type="none" w="med" len="med"/>
            <a:tailEnd type="none" w="med" len="med"/>
          </a:ln>
        </p:spPr>
      </p:cxnSp>
      <p:sp>
        <p:nvSpPr>
          <p:cNvPr id="107" name="Google Shape;107;p15"/>
          <p:cNvSpPr txBox="1">
            <a:spLocks noGrp="1"/>
          </p:cNvSpPr>
          <p:nvPr>
            <p:ph type="title"/>
          </p:nvPr>
        </p:nvSpPr>
        <p:spPr>
          <a:xfrm>
            <a:off x="1377513" y="3108350"/>
            <a:ext cx="3802500" cy="628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8" name="Google Shape;108;p15"/>
          <p:cNvSpPr txBox="1">
            <a:spLocks noGrp="1"/>
          </p:cNvSpPr>
          <p:nvPr>
            <p:ph type="subTitle" idx="1"/>
          </p:nvPr>
        </p:nvSpPr>
        <p:spPr>
          <a:xfrm>
            <a:off x="1377513" y="3679400"/>
            <a:ext cx="3802500" cy="92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3"/>
        <p:cNvGrpSpPr/>
        <p:nvPr/>
      </p:nvGrpSpPr>
      <p:grpSpPr>
        <a:xfrm>
          <a:off x="0" y="0"/>
          <a:ext cx="0" cy="0"/>
          <a:chOff x="0" y="0"/>
          <a:chExt cx="0" cy="0"/>
        </a:xfrm>
      </p:grpSpPr>
      <p:sp>
        <p:nvSpPr>
          <p:cNvPr id="184" name="Google Shape;184;p23"/>
          <p:cNvSpPr/>
          <p:nvPr/>
        </p:nvSpPr>
        <p:spPr>
          <a:xfrm>
            <a:off x="6501975" y="0"/>
            <a:ext cx="26421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5" name="Google Shape;185;p23"/>
          <p:cNvCxnSpPr/>
          <p:nvPr/>
        </p:nvCxnSpPr>
        <p:spPr>
          <a:xfrm>
            <a:off x="479225"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186" name="Google Shape;186;p23"/>
          <p:cNvGrpSpPr/>
          <p:nvPr/>
        </p:nvGrpSpPr>
        <p:grpSpPr>
          <a:xfrm flipH="1">
            <a:off x="-131100" y="313050"/>
            <a:ext cx="6464400" cy="0"/>
            <a:chOff x="2220050" y="1547100"/>
            <a:chExt cx="6464400" cy="0"/>
          </a:xfrm>
        </p:grpSpPr>
        <p:cxnSp>
          <p:nvCxnSpPr>
            <p:cNvPr id="187" name="Google Shape;187;p23"/>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88" name="Google Shape;188;p23"/>
            <p:cNvCxnSpPr/>
            <p:nvPr/>
          </p:nvCxnSpPr>
          <p:spPr>
            <a:xfrm>
              <a:off x="2684450" y="1547100"/>
              <a:ext cx="6000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9"/>
        <p:cNvGrpSpPr/>
        <p:nvPr/>
      </p:nvGrpSpPr>
      <p:grpSpPr>
        <a:xfrm>
          <a:off x="0" y="0"/>
          <a:ext cx="0" cy="0"/>
          <a:chOff x="0" y="0"/>
          <a:chExt cx="0" cy="0"/>
        </a:xfrm>
      </p:grpSpPr>
      <p:sp>
        <p:nvSpPr>
          <p:cNvPr id="190" name="Google Shape;190;p24"/>
          <p:cNvSpPr/>
          <p:nvPr/>
        </p:nvSpPr>
        <p:spPr>
          <a:xfrm flipH="1">
            <a:off x="-18775" y="-35700"/>
            <a:ext cx="1368000" cy="517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1" name="Google Shape;191;p24"/>
          <p:cNvCxnSpPr/>
          <p:nvPr/>
        </p:nvCxnSpPr>
        <p:spPr>
          <a:xfrm>
            <a:off x="8430781" y="-35700"/>
            <a:ext cx="0" cy="5214900"/>
          </a:xfrm>
          <a:prstGeom prst="straightConnector1">
            <a:avLst/>
          </a:prstGeom>
          <a:noFill/>
          <a:ln w="9525" cap="flat" cmpd="sng">
            <a:solidFill>
              <a:schemeClr val="lt2"/>
            </a:solidFill>
            <a:prstDash val="solid"/>
            <a:round/>
            <a:headEnd type="none" w="med" len="med"/>
            <a:tailEnd type="none" w="med" len="med"/>
          </a:ln>
        </p:spPr>
      </p:cxnSp>
      <p:grpSp>
        <p:nvGrpSpPr>
          <p:cNvPr id="192" name="Google Shape;192;p24"/>
          <p:cNvGrpSpPr/>
          <p:nvPr/>
        </p:nvGrpSpPr>
        <p:grpSpPr>
          <a:xfrm>
            <a:off x="1798975" y="266225"/>
            <a:ext cx="7429500" cy="0"/>
            <a:chOff x="2220050" y="1547100"/>
            <a:chExt cx="7429500" cy="0"/>
          </a:xfrm>
        </p:grpSpPr>
        <p:cxnSp>
          <p:nvCxnSpPr>
            <p:cNvPr id="193" name="Google Shape;193;p24"/>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194" name="Google Shape;194;p24"/>
            <p:cNvCxnSpPr/>
            <p:nvPr/>
          </p:nvCxnSpPr>
          <p:spPr>
            <a:xfrm>
              <a:off x="2684450" y="1547100"/>
              <a:ext cx="6965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1600"/>
              </a:spcBef>
              <a:spcAft>
                <a:spcPts val="160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7" r:id="rId7"/>
    <p:sldLayoutId id="2147483658" r:id="rId8"/>
    <p:sldLayoutId id="2147483659" r:id="rId9"/>
    <p:sldLayoutId id="2147483660" r:id="rId10"/>
    <p:sldLayoutId id="2147483661" r:id="rId11"/>
    <p:sldLayoutId id="2147483669" r:id="rId12"/>
    <p:sldLayoutId id="214748367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8"/>
          <p:cNvSpPr txBox="1">
            <a:spLocks noGrp="1"/>
          </p:cNvSpPr>
          <p:nvPr>
            <p:ph type="ctrTitle"/>
          </p:nvPr>
        </p:nvSpPr>
        <p:spPr>
          <a:xfrm>
            <a:off x="2080674" y="1360489"/>
            <a:ext cx="6734141" cy="1745639"/>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4400" b="1">
                <a:latin typeface="Segoe UI Black"/>
                <a:ea typeface="Segoe UI Black"/>
              </a:rPr>
              <a:t>Operational Efficiency of Photovoltaic (PV) Modules</a:t>
            </a:r>
            <a:endParaRPr lang="pt-PT" sz="4400">
              <a:latin typeface="Segoe UI Black"/>
              <a:ea typeface="Segoe UI Black"/>
            </a:endParaRPr>
          </a:p>
        </p:txBody>
      </p:sp>
      <p:sp>
        <p:nvSpPr>
          <p:cNvPr id="206" name="Google Shape;206;p28"/>
          <p:cNvSpPr txBox="1">
            <a:spLocks noGrp="1"/>
          </p:cNvSpPr>
          <p:nvPr>
            <p:ph type="subTitle" idx="1"/>
          </p:nvPr>
        </p:nvSpPr>
        <p:spPr>
          <a:xfrm>
            <a:off x="2080674" y="4029226"/>
            <a:ext cx="6350100" cy="971643"/>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400"/>
              <a:t>Filipa Rodrigues Pato </a:t>
            </a:r>
          </a:p>
          <a:p>
            <a:pPr marL="0" lvl="0" indent="0" algn="r" rtl="0">
              <a:spcBef>
                <a:spcPts val="0"/>
              </a:spcBef>
              <a:spcAft>
                <a:spcPts val="0"/>
              </a:spcAft>
              <a:buNone/>
            </a:pPr>
            <a:r>
              <a:rPr lang="en" sz="1400"/>
              <a:t>Leandro Miguel Pereira Ribeiro</a:t>
            </a:r>
          </a:p>
          <a:p>
            <a:pPr marL="0" lvl="0" indent="0" algn="r" rtl="0">
              <a:spcBef>
                <a:spcPts val="0"/>
              </a:spcBef>
              <a:spcAft>
                <a:spcPts val="0"/>
              </a:spcAft>
              <a:buNone/>
            </a:pPr>
            <a:r>
              <a:rPr lang="en" sz="1400"/>
              <a:t>Leonor Gonçalves Franco</a:t>
            </a:r>
            <a:endParaRPr sz="1400"/>
          </a:p>
        </p:txBody>
      </p:sp>
      <p:grpSp>
        <p:nvGrpSpPr>
          <p:cNvPr id="207" name="Google Shape;207;p28"/>
          <p:cNvGrpSpPr/>
          <p:nvPr/>
        </p:nvGrpSpPr>
        <p:grpSpPr>
          <a:xfrm>
            <a:off x="2190314" y="1034728"/>
            <a:ext cx="7055100" cy="0"/>
            <a:chOff x="2220050" y="1547100"/>
            <a:chExt cx="7055100" cy="0"/>
          </a:xfrm>
        </p:grpSpPr>
        <p:cxnSp>
          <p:nvCxnSpPr>
            <p:cNvPr id="208" name="Google Shape;208;p2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09" name="Google Shape;209;p28"/>
            <p:cNvCxnSpPr/>
            <p:nvPr/>
          </p:nvCxnSpPr>
          <p:spPr>
            <a:xfrm>
              <a:off x="2684450" y="1547100"/>
              <a:ext cx="6590700" cy="0"/>
            </a:xfrm>
            <a:prstGeom prst="straightConnector1">
              <a:avLst/>
            </a:prstGeom>
            <a:noFill/>
            <a:ln w="9525" cap="flat" cmpd="sng">
              <a:solidFill>
                <a:schemeClr val="dk1"/>
              </a:solidFill>
              <a:prstDash val="solid"/>
              <a:round/>
              <a:headEnd type="none" w="med" len="med"/>
              <a:tailEnd type="none" w="med" len="med"/>
            </a:ln>
          </p:spPr>
        </p:cxnSp>
      </p:grpSp>
      <p:pic>
        <p:nvPicPr>
          <p:cNvPr id="3" name="Picture 2" descr="A close-up of a logo&#10;&#10;Description automatically generated">
            <a:extLst>
              <a:ext uri="{FF2B5EF4-FFF2-40B4-BE49-F238E27FC236}">
                <a16:creationId xmlns:a16="http://schemas.microsoft.com/office/drawing/2014/main" id="{BC090A7A-967F-8E3F-4367-AAE5D8D0B525}"/>
              </a:ext>
            </a:extLst>
          </p:cNvPr>
          <p:cNvPicPr>
            <a:picLocks noChangeAspect="1"/>
          </p:cNvPicPr>
          <p:nvPr/>
        </p:nvPicPr>
        <p:blipFill>
          <a:blip r:embed="rId3"/>
          <a:stretch>
            <a:fillRect/>
          </a:stretch>
        </p:blipFill>
        <p:spPr>
          <a:xfrm>
            <a:off x="6556916" y="198827"/>
            <a:ext cx="1934737" cy="671235"/>
          </a:xfrm>
          <a:prstGeom prst="rect">
            <a:avLst/>
          </a:prstGeom>
        </p:spPr>
      </p:pic>
      <p:sp>
        <p:nvSpPr>
          <p:cNvPr id="4" name="Google Shape;206;p28">
            <a:extLst>
              <a:ext uri="{FF2B5EF4-FFF2-40B4-BE49-F238E27FC236}">
                <a16:creationId xmlns:a16="http://schemas.microsoft.com/office/drawing/2014/main" id="{26FAE741-E4E9-361C-D2C9-10BFC89B4FBD}"/>
              </a:ext>
            </a:extLst>
          </p:cNvPr>
          <p:cNvSpPr txBox="1">
            <a:spLocks/>
          </p:cNvSpPr>
          <p:nvPr/>
        </p:nvSpPr>
        <p:spPr>
          <a:xfrm>
            <a:off x="2842483" y="3329151"/>
            <a:ext cx="5210521" cy="35201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6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1800"/>
              <a:buFont typeface="Poppins"/>
              <a:buNone/>
              <a:defRPr sz="1800" b="0" i="0" u="none" strike="noStrike" cap="none">
                <a:solidFill>
                  <a:schemeClr val="dk1"/>
                </a:solidFill>
                <a:latin typeface="Poppins"/>
                <a:ea typeface="Poppins"/>
                <a:cs typeface="Poppins"/>
                <a:sym typeface="Poppins"/>
              </a:defRPr>
            </a:lvl9pPr>
          </a:lstStyle>
          <a:p>
            <a:pPr marL="0" indent="0" algn="ctr"/>
            <a:r>
              <a:rPr lang="pt-PT" b="1"/>
              <a:t>DACO – Diagnóstico Assistido por Computador</a:t>
            </a:r>
          </a:p>
        </p:txBody>
      </p:sp>
      <p:pic>
        <p:nvPicPr>
          <p:cNvPr id="1026" name="Picture 2" descr="Solar thermal and photovoltaic panels: everything you need to know">
            <a:extLst>
              <a:ext uri="{FF2B5EF4-FFF2-40B4-BE49-F238E27FC236}">
                <a16:creationId xmlns:a16="http://schemas.microsoft.com/office/drawing/2014/main" id="{430222B8-64AD-D87C-C6B3-16BBBE228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868" r="25886"/>
          <a:stretch/>
        </p:blipFill>
        <p:spPr bwMode="auto">
          <a:xfrm>
            <a:off x="-586740" y="-68766"/>
            <a:ext cx="2308489" cy="521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Índice</a:t>
            </a:r>
            <a:endParaRPr/>
          </a:p>
        </p:txBody>
      </p:sp>
      <p:sp>
        <p:nvSpPr>
          <p:cNvPr id="224" name="Google Shape;224;p30"/>
          <p:cNvSpPr txBox="1">
            <a:spLocks noGrp="1"/>
          </p:cNvSpPr>
          <p:nvPr>
            <p:ph type="title" idx="2"/>
          </p:nvPr>
        </p:nvSpPr>
        <p:spPr>
          <a:xfrm>
            <a:off x="1290759" y="1540407"/>
            <a:ext cx="7650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01</a:t>
            </a:r>
            <a:endParaRPr sz="3200"/>
          </a:p>
        </p:txBody>
      </p:sp>
      <p:sp>
        <p:nvSpPr>
          <p:cNvPr id="225" name="Google Shape;225;p30"/>
          <p:cNvSpPr txBox="1">
            <a:spLocks noGrp="1"/>
          </p:cNvSpPr>
          <p:nvPr>
            <p:ph type="title" idx="3"/>
          </p:nvPr>
        </p:nvSpPr>
        <p:spPr>
          <a:xfrm>
            <a:off x="5452635" y="3062948"/>
            <a:ext cx="7650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04</a:t>
            </a:r>
            <a:endParaRPr sz="3200"/>
          </a:p>
        </p:txBody>
      </p:sp>
      <p:sp>
        <p:nvSpPr>
          <p:cNvPr id="226" name="Google Shape;226;p30"/>
          <p:cNvSpPr txBox="1">
            <a:spLocks noGrp="1"/>
          </p:cNvSpPr>
          <p:nvPr>
            <p:ph type="title" idx="4"/>
          </p:nvPr>
        </p:nvSpPr>
        <p:spPr>
          <a:xfrm>
            <a:off x="5452635" y="1546345"/>
            <a:ext cx="7650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02</a:t>
            </a:r>
            <a:endParaRPr sz="3200"/>
          </a:p>
        </p:txBody>
      </p:sp>
      <p:sp>
        <p:nvSpPr>
          <p:cNvPr id="228" name="Google Shape;228;p30"/>
          <p:cNvSpPr txBox="1">
            <a:spLocks noGrp="1"/>
          </p:cNvSpPr>
          <p:nvPr>
            <p:ph type="title" idx="6"/>
          </p:nvPr>
        </p:nvSpPr>
        <p:spPr>
          <a:xfrm>
            <a:off x="1290759" y="3014109"/>
            <a:ext cx="7650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03</a:t>
            </a:r>
            <a:endParaRPr sz="3200"/>
          </a:p>
        </p:txBody>
      </p:sp>
      <p:sp>
        <p:nvSpPr>
          <p:cNvPr id="230" name="Google Shape;230;p30"/>
          <p:cNvSpPr txBox="1">
            <a:spLocks noGrp="1"/>
          </p:cNvSpPr>
          <p:nvPr>
            <p:ph type="subTitle" idx="1"/>
          </p:nvPr>
        </p:nvSpPr>
        <p:spPr>
          <a:xfrm>
            <a:off x="1290759" y="1939105"/>
            <a:ext cx="2400600" cy="51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err="1"/>
              <a:t>Introdução</a:t>
            </a:r>
            <a:endParaRPr sz="2400" b="1" err="1"/>
          </a:p>
        </p:txBody>
      </p:sp>
      <p:sp>
        <p:nvSpPr>
          <p:cNvPr id="231" name="Google Shape;231;p30"/>
          <p:cNvSpPr txBox="1">
            <a:spLocks noGrp="1"/>
          </p:cNvSpPr>
          <p:nvPr>
            <p:ph type="subTitle" idx="8"/>
          </p:nvPr>
        </p:nvSpPr>
        <p:spPr>
          <a:xfrm>
            <a:off x="5452637" y="1945043"/>
            <a:ext cx="2400600" cy="51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err="1"/>
              <a:t>Metodologia</a:t>
            </a:r>
            <a:endParaRPr lang="pt-PT" sz="2400" b="1" err="1"/>
          </a:p>
        </p:txBody>
      </p:sp>
      <p:sp>
        <p:nvSpPr>
          <p:cNvPr id="232" name="Google Shape;232;p30"/>
          <p:cNvSpPr txBox="1">
            <a:spLocks noGrp="1"/>
          </p:cNvSpPr>
          <p:nvPr>
            <p:ph type="subTitle" idx="9"/>
          </p:nvPr>
        </p:nvSpPr>
        <p:spPr>
          <a:xfrm>
            <a:off x="1290762" y="3412807"/>
            <a:ext cx="2255627" cy="887344"/>
          </a:xfrm>
          <a:prstGeom prst="rect">
            <a:avLst/>
          </a:prstGeom>
        </p:spPr>
        <p:txBody>
          <a:bodyPr spcFirstLastPara="1" wrap="square" lIns="91425" tIns="91425" rIns="91425" bIns="91425" anchor="t" anchorCtr="0">
            <a:noAutofit/>
          </a:bodyPr>
          <a:lstStyle/>
          <a:p>
            <a:pPr marL="0" indent="0"/>
            <a:r>
              <a:rPr lang="pt-PT" sz="2400" b="1" err="1"/>
              <a:t>Resultados</a:t>
            </a:r>
            <a:r>
              <a:rPr lang="pt-PT" sz="2400" b="1"/>
              <a:t> e </a:t>
            </a:r>
            <a:r>
              <a:rPr lang="pt-PT" sz="2400" b="1" err="1"/>
              <a:t>Discussão</a:t>
            </a:r>
          </a:p>
        </p:txBody>
      </p:sp>
      <p:sp>
        <p:nvSpPr>
          <p:cNvPr id="233" name="Google Shape;233;p30"/>
          <p:cNvSpPr txBox="1">
            <a:spLocks noGrp="1"/>
          </p:cNvSpPr>
          <p:nvPr>
            <p:ph type="subTitle" idx="13"/>
          </p:nvPr>
        </p:nvSpPr>
        <p:spPr>
          <a:xfrm>
            <a:off x="5452635" y="3461709"/>
            <a:ext cx="2400600" cy="516000"/>
          </a:xfrm>
          <a:prstGeom prst="rect">
            <a:avLst/>
          </a:prstGeom>
        </p:spPr>
        <p:txBody>
          <a:bodyPr spcFirstLastPara="1" wrap="square" lIns="91425" tIns="91425" rIns="91425" bIns="91425" anchor="t" anchorCtr="0">
            <a:noAutofit/>
          </a:bodyPr>
          <a:lstStyle/>
          <a:p>
            <a:pPr marL="0" indent="0"/>
            <a:r>
              <a:rPr lang="en" sz="2400" b="1" err="1"/>
              <a:t>Conclusão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EE87D2CA-50B5-5AFF-123F-E2F4984DFD50}"/>
            </a:ext>
          </a:extLst>
        </p:cNvPr>
        <p:cNvGrpSpPr/>
        <p:nvPr/>
      </p:nvGrpSpPr>
      <p:grpSpPr>
        <a:xfrm>
          <a:off x="0" y="0"/>
          <a:ext cx="0" cy="0"/>
          <a:chOff x="0" y="0"/>
          <a:chExt cx="0" cy="0"/>
        </a:xfrm>
      </p:grpSpPr>
      <p:sp>
        <p:nvSpPr>
          <p:cNvPr id="260" name="Google Shape;260;p33">
            <a:extLst>
              <a:ext uri="{FF2B5EF4-FFF2-40B4-BE49-F238E27FC236}">
                <a16:creationId xmlns:a16="http://schemas.microsoft.com/office/drawing/2014/main" id="{A75D378C-6C5E-B705-A810-AD295463FB27}"/>
              </a:ext>
            </a:extLst>
          </p:cNvPr>
          <p:cNvSpPr txBox="1">
            <a:spLocks noGrp="1"/>
          </p:cNvSpPr>
          <p:nvPr>
            <p:ph type="title"/>
          </p:nvPr>
        </p:nvSpPr>
        <p:spPr>
          <a:xfrm>
            <a:off x="1101228" y="2570254"/>
            <a:ext cx="4785457" cy="9172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Introdução</a:t>
            </a:r>
          </a:p>
        </p:txBody>
      </p:sp>
      <p:sp>
        <p:nvSpPr>
          <p:cNvPr id="261" name="Google Shape;261;p33">
            <a:extLst>
              <a:ext uri="{FF2B5EF4-FFF2-40B4-BE49-F238E27FC236}">
                <a16:creationId xmlns:a16="http://schemas.microsoft.com/office/drawing/2014/main" id="{C96D8266-5BA4-B6EA-350F-A6022BFABC84}"/>
              </a:ext>
            </a:extLst>
          </p:cNvPr>
          <p:cNvSpPr txBox="1">
            <a:spLocks noGrp="1"/>
          </p:cNvSpPr>
          <p:nvPr>
            <p:ph type="title" idx="2"/>
          </p:nvPr>
        </p:nvSpPr>
        <p:spPr>
          <a:xfrm>
            <a:off x="1112011" y="1677531"/>
            <a:ext cx="1288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262" name="Google Shape;262;p33">
            <a:extLst>
              <a:ext uri="{FF2B5EF4-FFF2-40B4-BE49-F238E27FC236}">
                <a16:creationId xmlns:a16="http://schemas.microsoft.com/office/drawing/2014/main" id="{B912CBA0-C9C7-EAE2-A800-DD73614A1A30}"/>
              </a:ext>
            </a:extLst>
          </p:cNvPr>
          <p:cNvGrpSpPr/>
          <p:nvPr/>
        </p:nvGrpSpPr>
        <p:grpSpPr>
          <a:xfrm flipH="1">
            <a:off x="-93625" y="2521475"/>
            <a:ext cx="4993500" cy="0"/>
            <a:chOff x="2220050" y="1547100"/>
            <a:chExt cx="4993500" cy="0"/>
          </a:xfrm>
        </p:grpSpPr>
        <p:cxnSp>
          <p:nvCxnSpPr>
            <p:cNvPr id="263" name="Google Shape;263;p33">
              <a:extLst>
                <a:ext uri="{FF2B5EF4-FFF2-40B4-BE49-F238E27FC236}">
                  <a16:creationId xmlns:a16="http://schemas.microsoft.com/office/drawing/2014/main" id="{5112B44A-65BA-43D8-7369-CAE8AB226889}"/>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64" name="Google Shape;264;p33">
              <a:extLst>
                <a:ext uri="{FF2B5EF4-FFF2-40B4-BE49-F238E27FC236}">
                  <a16:creationId xmlns:a16="http://schemas.microsoft.com/office/drawing/2014/main" id="{085BECE7-2DFB-049F-E386-D41560367AF5}"/>
                </a:ext>
              </a:extLst>
            </p:cNvPr>
            <p:cNvCxnSpPr/>
            <p:nvPr/>
          </p:nvCxnSpPr>
          <p:spPr>
            <a:xfrm>
              <a:off x="2684450" y="1547100"/>
              <a:ext cx="45291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58582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err="1"/>
              <a:t>Previsão</a:t>
            </a:r>
            <a:r>
              <a:rPr lang="en"/>
              <a:t> de </a:t>
            </a:r>
            <a:r>
              <a:rPr lang="en" err="1"/>
              <a:t>eficiência</a:t>
            </a:r>
            <a:r>
              <a:rPr lang="en"/>
              <a:t> de PVs</a:t>
            </a:r>
            <a:endParaRPr/>
          </a:p>
        </p:txBody>
      </p:sp>
      <p:sp>
        <p:nvSpPr>
          <p:cNvPr id="4" name="Google Shape;415;p45">
            <a:extLst>
              <a:ext uri="{FF2B5EF4-FFF2-40B4-BE49-F238E27FC236}">
                <a16:creationId xmlns:a16="http://schemas.microsoft.com/office/drawing/2014/main" id="{AE72FCB2-1DE4-625D-BDD8-AF9E07006477}"/>
              </a:ext>
            </a:extLst>
          </p:cNvPr>
          <p:cNvSpPr/>
          <p:nvPr/>
        </p:nvSpPr>
        <p:spPr>
          <a:xfrm>
            <a:off x="1387125" y="1395565"/>
            <a:ext cx="464400" cy="1140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16;p45">
            <a:extLst>
              <a:ext uri="{FF2B5EF4-FFF2-40B4-BE49-F238E27FC236}">
                <a16:creationId xmlns:a16="http://schemas.microsoft.com/office/drawing/2014/main" id="{7BB07590-D7AF-DD9A-1D65-56AA6AEA555F}"/>
              </a:ext>
            </a:extLst>
          </p:cNvPr>
          <p:cNvSpPr txBox="1"/>
          <p:nvPr/>
        </p:nvSpPr>
        <p:spPr>
          <a:xfrm flipH="1">
            <a:off x="713125" y="1878192"/>
            <a:ext cx="1812300" cy="462600"/>
          </a:xfrm>
          <a:prstGeom prst="rect">
            <a:avLst/>
          </a:prstGeom>
          <a:noFill/>
          <a:ln>
            <a:noFill/>
          </a:ln>
        </p:spPr>
        <p:txBody>
          <a:bodyPr spcFirstLastPara="1" wrap="square" lIns="91425" tIns="91425" rIns="91425" bIns="91425" anchor="b" anchorCtr="0">
            <a:noAutofit/>
          </a:bodyPr>
          <a:lstStyle/>
          <a:p>
            <a:pPr algn="ctr"/>
            <a:r>
              <a:rPr lang="en" sz="1600">
                <a:solidFill>
                  <a:schemeClr val="dk1"/>
                </a:solidFill>
                <a:latin typeface="Poppins"/>
                <a:ea typeface="Poppins"/>
                <a:cs typeface="Poppins"/>
                <a:sym typeface="Poppins"/>
              </a:rPr>
              <a:t>Random Forest</a:t>
            </a:r>
            <a:endParaRPr lang="pt-PT" sz="1600">
              <a:solidFill>
                <a:schemeClr val="dk1"/>
              </a:solidFill>
              <a:latin typeface="Poppins"/>
              <a:ea typeface="Poppins"/>
              <a:cs typeface="Poppins"/>
            </a:endParaRPr>
          </a:p>
        </p:txBody>
      </p:sp>
      <p:sp>
        <p:nvSpPr>
          <p:cNvPr id="18" name="Google Shape;422;p45">
            <a:extLst>
              <a:ext uri="{FF2B5EF4-FFF2-40B4-BE49-F238E27FC236}">
                <a16:creationId xmlns:a16="http://schemas.microsoft.com/office/drawing/2014/main" id="{ADDF72A3-D2F4-EE61-7878-76D4981C2787}"/>
              </a:ext>
            </a:extLst>
          </p:cNvPr>
          <p:cNvSpPr txBox="1"/>
          <p:nvPr/>
        </p:nvSpPr>
        <p:spPr>
          <a:xfrm flipH="1">
            <a:off x="6604825" y="1878192"/>
            <a:ext cx="1812300" cy="46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dk1"/>
                </a:solidFill>
                <a:latin typeface="Poppins"/>
                <a:ea typeface="Poppins"/>
                <a:cs typeface="Poppins"/>
                <a:sym typeface="Poppins"/>
              </a:rPr>
              <a:t>FFNN</a:t>
            </a:r>
            <a:endParaRPr sz="1600">
              <a:solidFill>
                <a:schemeClr val="dk1"/>
              </a:solidFill>
              <a:latin typeface="Poppins"/>
              <a:ea typeface="Poppins"/>
              <a:cs typeface="Poppins"/>
              <a:sym typeface="Poppins"/>
            </a:endParaRPr>
          </a:p>
        </p:txBody>
      </p:sp>
      <p:cxnSp>
        <p:nvCxnSpPr>
          <p:cNvPr id="28" name="Google Shape;430;p45">
            <a:extLst>
              <a:ext uri="{FF2B5EF4-FFF2-40B4-BE49-F238E27FC236}">
                <a16:creationId xmlns:a16="http://schemas.microsoft.com/office/drawing/2014/main" id="{97F2E9DC-506E-1BED-9A3D-4B3EF9B4918B}"/>
              </a:ext>
            </a:extLst>
          </p:cNvPr>
          <p:cNvCxnSpPr/>
          <p:nvPr/>
        </p:nvCxnSpPr>
        <p:spPr>
          <a:xfrm>
            <a:off x="1619325" y="1509565"/>
            <a:ext cx="0" cy="368700"/>
          </a:xfrm>
          <a:prstGeom prst="straightConnector1">
            <a:avLst/>
          </a:prstGeom>
          <a:noFill/>
          <a:ln w="9525" cap="flat" cmpd="sng">
            <a:solidFill>
              <a:schemeClr val="dk1"/>
            </a:solidFill>
            <a:prstDash val="solid"/>
            <a:round/>
            <a:headEnd type="none" w="med" len="med"/>
            <a:tailEnd type="none" w="med" len="med"/>
          </a:ln>
        </p:spPr>
      </p:cxnSp>
      <p:cxnSp>
        <p:nvCxnSpPr>
          <p:cNvPr id="34" name="Google Shape;433;p45">
            <a:extLst>
              <a:ext uri="{FF2B5EF4-FFF2-40B4-BE49-F238E27FC236}">
                <a16:creationId xmlns:a16="http://schemas.microsoft.com/office/drawing/2014/main" id="{018A628F-B485-A6A2-2C02-CCCF5B611160}"/>
              </a:ext>
            </a:extLst>
          </p:cNvPr>
          <p:cNvCxnSpPr/>
          <p:nvPr/>
        </p:nvCxnSpPr>
        <p:spPr>
          <a:xfrm>
            <a:off x="7507125" y="1509565"/>
            <a:ext cx="3900" cy="368700"/>
          </a:xfrm>
          <a:prstGeom prst="straightConnector1">
            <a:avLst/>
          </a:prstGeom>
          <a:noFill/>
          <a:ln w="9525" cap="flat" cmpd="sng">
            <a:solidFill>
              <a:schemeClr val="dk1"/>
            </a:solidFill>
            <a:prstDash val="solid"/>
            <a:round/>
            <a:headEnd type="none" w="med" len="med"/>
            <a:tailEnd type="none" w="med" len="med"/>
          </a:ln>
        </p:spPr>
      </p:cxnSp>
      <p:sp>
        <p:nvSpPr>
          <p:cNvPr id="456" name="Google Shape;425;p45">
            <a:extLst>
              <a:ext uri="{FF2B5EF4-FFF2-40B4-BE49-F238E27FC236}">
                <a16:creationId xmlns:a16="http://schemas.microsoft.com/office/drawing/2014/main" id="{4895C24B-82C9-E1C8-6CE5-E0EE1264CDDD}"/>
              </a:ext>
            </a:extLst>
          </p:cNvPr>
          <p:cNvSpPr/>
          <p:nvPr/>
        </p:nvSpPr>
        <p:spPr>
          <a:xfrm>
            <a:off x="4331415" y="1395565"/>
            <a:ext cx="464400" cy="11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29;p45">
            <a:extLst>
              <a:ext uri="{FF2B5EF4-FFF2-40B4-BE49-F238E27FC236}">
                <a16:creationId xmlns:a16="http://schemas.microsoft.com/office/drawing/2014/main" id="{2B742586-D8BC-EDB4-317A-B564A9291E47}"/>
              </a:ext>
            </a:extLst>
          </p:cNvPr>
          <p:cNvSpPr/>
          <p:nvPr/>
        </p:nvSpPr>
        <p:spPr>
          <a:xfrm>
            <a:off x="7274925" y="1395565"/>
            <a:ext cx="464400" cy="114000"/>
          </a:xfrm>
          <a:prstGeom prst="rect">
            <a:avLst/>
          </a:prstGeom>
          <a:solidFill>
            <a:schemeClr val="bg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9" name="Google Shape;430;p45">
            <a:extLst>
              <a:ext uri="{FF2B5EF4-FFF2-40B4-BE49-F238E27FC236}">
                <a16:creationId xmlns:a16="http://schemas.microsoft.com/office/drawing/2014/main" id="{9D98A79A-03BE-0483-C2B8-A8E61363D1B4}"/>
              </a:ext>
            </a:extLst>
          </p:cNvPr>
          <p:cNvCxnSpPr>
            <a:cxnSpLocks/>
          </p:cNvCxnSpPr>
          <p:nvPr/>
        </p:nvCxnSpPr>
        <p:spPr>
          <a:xfrm>
            <a:off x="4573611" y="1495738"/>
            <a:ext cx="0" cy="368700"/>
          </a:xfrm>
          <a:prstGeom prst="straightConnector1">
            <a:avLst/>
          </a:prstGeom>
          <a:noFill/>
          <a:ln w="9525" cap="flat" cmpd="sng">
            <a:solidFill>
              <a:schemeClr val="dk1"/>
            </a:solidFill>
            <a:prstDash val="solid"/>
            <a:round/>
            <a:headEnd type="none" w="med" len="med"/>
            <a:tailEnd type="none" w="med" len="med"/>
          </a:ln>
        </p:spPr>
      </p:cxnSp>
      <p:sp>
        <p:nvSpPr>
          <p:cNvPr id="520" name="Google Shape;416;p45">
            <a:extLst>
              <a:ext uri="{FF2B5EF4-FFF2-40B4-BE49-F238E27FC236}">
                <a16:creationId xmlns:a16="http://schemas.microsoft.com/office/drawing/2014/main" id="{53DAB407-709D-B238-6DB1-F9D44894C448}"/>
              </a:ext>
            </a:extLst>
          </p:cNvPr>
          <p:cNvSpPr txBox="1"/>
          <p:nvPr/>
        </p:nvSpPr>
        <p:spPr>
          <a:xfrm flipH="1">
            <a:off x="3229569" y="1868340"/>
            <a:ext cx="2692592" cy="925392"/>
          </a:xfrm>
          <a:prstGeom prst="rect">
            <a:avLst/>
          </a:prstGeom>
          <a:noFill/>
          <a:ln>
            <a:noFill/>
          </a:ln>
        </p:spPr>
        <p:txBody>
          <a:bodyPr spcFirstLastPara="1" wrap="square" lIns="91425" tIns="91425" rIns="91425" bIns="91425" anchor="ctr" anchorCtr="0">
            <a:noAutofit/>
          </a:bodyPr>
          <a:lstStyle/>
          <a:p>
            <a:pPr algn="ctr"/>
            <a:r>
              <a:rPr lang="en" sz="1600">
                <a:solidFill>
                  <a:schemeClr val="dk1"/>
                </a:solidFill>
                <a:latin typeface="Poppins"/>
                <a:ea typeface="Poppins"/>
                <a:cs typeface="Poppins"/>
                <a:sym typeface="Poppins"/>
              </a:rPr>
              <a:t>Support Vector Machine</a:t>
            </a:r>
          </a:p>
          <a:p>
            <a:pPr algn="ctr"/>
            <a:r>
              <a:rPr lang="en" sz="1600">
                <a:solidFill>
                  <a:schemeClr val="dk1"/>
                </a:solidFill>
                <a:latin typeface="Poppins"/>
                <a:cs typeface="Poppins"/>
              </a:rPr>
              <a:t>+</a:t>
            </a:r>
          </a:p>
          <a:p>
            <a:pPr algn="ctr"/>
            <a:r>
              <a:rPr lang="en" sz="1600" err="1">
                <a:solidFill>
                  <a:schemeClr val="dk1"/>
                </a:solidFill>
                <a:latin typeface="Poppins"/>
                <a:cs typeface="Poppins"/>
              </a:rPr>
              <a:t>Regressão</a:t>
            </a:r>
            <a:r>
              <a:rPr lang="en" sz="1600">
                <a:solidFill>
                  <a:schemeClr val="dk1"/>
                </a:solidFill>
                <a:latin typeface="Poppins"/>
                <a:cs typeface="Poppins"/>
              </a:rPr>
              <a:t> Linear</a:t>
            </a:r>
            <a:endParaRPr lang="en">
              <a:solidFill>
                <a:schemeClr val="dk1"/>
              </a:solidFill>
            </a:endParaRPr>
          </a:p>
        </p:txBody>
      </p:sp>
      <p:cxnSp>
        <p:nvCxnSpPr>
          <p:cNvPr id="10" name="Google Shape;430;p45">
            <a:extLst>
              <a:ext uri="{FF2B5EF4-FFF2-40B4-BE49-F238E27FC236}">
                <a16:creationId xmlns:a16="http://schemas.microsoft.com/office/drawing/2014/main" id="{7448ED45-C478-3ECF-4E41-CCBE19CC1EC6}"/>
              </a:ext>
            </a:extLst>
          </p:cNvPr>
          <p:cNvCxnSpPr>
            <a:cxnSpLocks/>
          </p:cNvCxnSpPr>
          <p:nvPr/>
        </p:nvCxnSpPr>
        <p:spPr>
          <a:xfrm>
            <a:off x="1623934" y="2339162"/>
            <a:ext cx="0" cy="938541"/>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430;p45">
            <a:extLst>
              <a:ext uri="{FF2B5EF4-FFF2-40B4-BE49-F238E27FC236}">
                <a16:creationId xmlns:a16="http://schemas.microsoft.com/office/drawing/2014/main" id="{3AF5364C-726C-7FCA-FA42-BC2588B00E35}"/>
              </a:ext>
            </a:extLst>
          </p:cNvPr>
          <p:cNvCxnSpPr>
            <a:cxnSpLocks/>
          </p:cNvCxnSpPr>
          <p:nvPr/>
        </p:nvCxnSpPr>
        <p:spPr>
          <a:xfrm>
            <a:off x="4592048" y="2809267"/>
            <a:ext cx="0" cy="465486"/>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430;p45">
            <a:extLst>
              <a:ext uri="{FF2B5EF4-FFF2-40B4-BE49-F238E27FC236}">
                <a16:creationId xmlns:a16="http://schemas.microsoft.com/office/drawing/2014/main" id="{9AB34A60-4B35-9FEE-B9CB-92C42E31690B}"/>
              </a:ext>
            </a:extLst>
          </p:cNvPr>
          <p:cNvCxnSpPr>
            <a:cxnSpLocks/>
          </p:cNvCxnSpPr>
          <p:nvPr/>
        </p:nvCxnSpPr>
        <p:spPr>
          <a:xfrm>
            <a:off x="7504854" y="2343770"/>
            <a:ext cx="4609" cy="930982"/>
          </a:xfrm>
          <a:prstGeom prst="straightConnector1">
            <a:avLst/>
          </a:prstGeom>
          <a:noFill/>
          <a:ln w="9525" cap="flat" cmpd="sng">
            <a:solidFill>
              <a:schemeClr val="dk1"/>
            </a:solidFill>
            <a:prstDash val="solid"/>
            <a:round/>
            <a:headEnd type="none" w="med" len="med"/>
            <a:tailEnd type="none" w="med" len="med"/>
          </a:ln>
        </p:spPr>
      </p:cxnSp>
      <p:cxnSp>
        <p:nvCxnSpPr>
          <p:cNvPr id="14" name="Conexão reta unidirecional 13">
            <a:extLst>
              <a:ext uri="{FF2B5EF4-FFF2-40B4-BE49-F238E27FC236}">
                <a16:creationId xmlns:a16="http://schemas.microsoft.com/office/drawing/2014/main" id="{6FDD2290-1AB4-21A5-3A6A-75080BEA5BEB}"/>
              </a:ext>
            </a:extLst>
          </p:cNvPr>
          <p:cNvCxnSpPr/>
          <p:nvPr/>
        </p:nvCxnSpPr>
        <p:spPr>
          <a:xfrm flipV="1">
            <a:off x="1619249" y="3272579"/>
            <a:ext cx="5887300" cy="1319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xão reta unidirecional 14">
            <a:extLst>
              <a:ext uri="{FF2B5EF4-FFF2-40B4-BE49-F238E27FC236}">
                <a16:creationId xmlns:a16="http://schemas.microsoft.com/office/drawing/2014/main" id="{E55DC1BA-DE57-77FE-EFC4-77947C44B798}"/>
              </a:ext>
            </a:extLst>
          </p:cNvPr>
          <p:cNvCxnSpPr/>
          <p:nvPr/>
        </p:nvCxnSpPr>
        <p:spPr>
          <a:xfrm>
            <a:off x="4591210" y="3277565"/>
            <a:ext cx="5385" cy="6043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416;p45">
            <a:extLst>
              <a:ext uri="{FF2B5EF4-FFF2-40B4-BE49-F238E27FC236}">
                <a16:creationId xmlns:a16="http://schemas.microsoft.com/office/drawing/2014/main" id="{AF6AF177-D763-E70C-E66F-F1E1B0758DE2}"/>
              </a:ext>
            </a:extLst>
          </p:cNvPr>
          <p:cNvSpPr txBox="1"/>
          <p:nvPr/>
        </p:nvSpPr>
        <p:spPr>
          <a:xfrm flipH="1">
            <a:off x="2418409" y="3878442"/>
            <a:ext cx="4351786" cy="610083"/>
          </a:xfrm>
          <a:prstGeom prst="rect">
            <a:avLst/>
          </a:prstGeom>
          <a:noFill/>
          <a:ln>
            <a:noFill/>
          </a:ln>
        </p:spPr>
        <p:txBody>
          <a:bodyPr spcFirstLastPara="1" wrap="square" lIns="91425" tIns="91425" rIns="91425" bIns="91425" anchor="b" anchorCtr="0">
            <a:noAutofit/>
          </a:bodyPr>
          <a:lstStyle/>
          <a:p>
            <a:pPr algn="ctr"/>
            <a:r>
              <a:rPr lang="en" sz="1600" b="1" err="1">
                <a:solidFill>
                  <a:schemeClr val="dk1"/>
                </a:solidFill>
                <a:latin typeface="Poppins"/>
                <a:ea typeface="Poppins"/>
                <a:cs typeface="Poppins"/>
                <a:sym typeface="Poppins"/>
              </a:rPr>
              <a:t>Automatização</a:t>
            </a:r>
            <a:r>
              <a:rPr lang="en" sz="1600" b="1">
                <a:solidFill>
                  <a:schemeClr val="dk1"/>
                </a:solidFill>
                <a:latin typeface="Poppins"/>
                <a:ea typeface="Poppins"/>
                <a:cs typeface="Poppins"/>
                <a:sym typeface="Poppins"/>
              </a:rPr>
              <a:t> de </a:t>
            </a:r>
            <a:r>
              <a:rPr lang="en" sz="1600" b="1" err="1">
                <a:solidFill>
                  <a:schemeClr val="dk1"/>
                </a:solidFill>
                <a:latin typeface="Poppins"/>
                <a:ea typeface="Poppins"/>
                <a:cs typeface="Poppins"/>
                <a:sym typeface="Poppins"/>
              </a:rPr>
              <a:t>processos</a:t>
            </a:r>
            <a:r>
              <a:rPr lang="en" sz="1600" b="1">
                <a:solidFill>
                  <a:schemeClr val="dk1"/>
                </a:solidFill>
                <a:latin typeface="Poppins"/>
                <a:ea typeface="Poppins"/>
                <a:cs typeface="Poppins"/>
                <a:sym typeface="Poppins"/>
              </a:rPr>
              <a:t> </a:t>
            </a:r>
            <a:r>
              <a:rPr lang="en" sz="1600" b="1" err="1">
                <a:solidFill>
                  <a:schemeClr val="dk1"/>
                </a:solidFill>
                <a:latin typeface="Poppins"/>
                <a:ea typeface="Poppins"/>
                <a:cs typeface="Poppins"/>
                <a:sym typeface="Poppins"/>
              </a:rPr>
              <a:t>energéticos</a:t>
            </a:r>
            <a:endParaRPr lang="pt-PT" sz="1600" b="1">
              <a:solidFill>
                <a:schemeClr val="dk1"/>
              </a:solidFill>
              <a:latin typeface="Poppins"/>
              <a:ea typeface="Poppins"/>
              <a:cs typeface="Poppins"/>
            </a:endParaRPr>
          </a:p>
        </p:txBody>
      </p:sp>
    </p:spTree>
    <p:extLst>
      <p:ext uri="{BB962C8B-B14F-4D97-AF65-F5344CB8AC3E}">
        <p14:creationId xmlns:p14="http://schemas.microsoft.com/office/powerpoint/2010/main" val="393653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14;p45">
            <a:extLst>
              <a:ext uri="{FF2B5EF4-FFF2-40B4-BE49-F238E27FC236}">
                <a16:creationId xmlns:a16="http://schemas.microsoft.com/office/drawing/2014/main" id="{9BDD7A48-79D9-F938-8BE4-4639480E5C5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a:t>Objetivos</a:t>
            </a:r>
            <a:endParaRPr lang="pt-PT"/>
          </a:p>
        </p:txBody>
      </p:sp>
      <p:sp>
        <p:nvSpPr>
          <p:cNvPr id="9" name="Google Shape;416;p45">
            <a:extLst>
              <a:ext uri="{FF2B5EF4-FFF2-40B4-BE49-F238E27FC236}">
                <a16:creationId xmlns:a16="http://schemas.microsoft.com/office/drawing/2014/main" id="{4F70E8D0-6878-D1E4-0D62-DE9AABE3AE7D}"/>
              </a:ext>
            </a:extLst>
          </p:cNvPr>
          <p:cNvSpPr txBox="1"/>
          <p:nvPr/>
        </p:nvSpPr>
        <p:spPr>
          <a:xfrm flipH="1">
            <a:off x="717734" y="2674096"/>
            <a:ext cx="1383675" cy="462600"/>
          </a:xfrm>
          <a:prstGeom prst="rect">
            <a:avLst/>
          </a:prstGeom>
          <a:solidFill>
            <a:schemeClr val="bg1">
              <a:lumMod val="95000"/>
            </a:schemeClr>
          </a:solidFill>
          <a:ln>
            <a:noFill/>
          </a:ln>
        </p:spPr>
        <p:txBody>
          <a:bodyPr spcFirstLastPara="1" wrap="square" lIns="91425" tIns="91425" rIns="91425" bIns="91425" anchor="b" anchorCtr="0">
            <a:noAutofit/>
          </a:bodyPr>
          <a:lstStyle/>
          <a:p>
            <a:pPr algn="ctr"/>
            <a:r>
              <a:rPr lang="en" err="1">
                <a:solidFill>
                  <a:schemeClr val="dk1"/>
                </a:solidFill>
                <a:latin typeface="Poppins"/>
                <a:ea typeface="Poppins"/>
                <a:cs typeface="Poppins"/>
              </a:rPr>
              <a:t>Eficiência</a:t>
            </a:r>
            <a:endParaRPr lang="en">
              <a:solidFill>
                <a:schemeClr val="dk1"/>
              </a:solidFill>
              <a:latin typeface="Poppins"/>
              <a:ea typeface="Poppins"/>
              <a:cs typeface="Poppins"/>
            </a:endParaRPr>
          </a:p>
        </p:txBody>
      </p:sp>
      <p:sp>
        <p:nvSpPr>
          <p:cNvPr id="10" name="Google Shape;416;p45">
            <a:extLst>
              <a:ext uri="{FF2B5EF4-FFF2-40B4-BE49-F238E27FC236}">
                <a16:creationId xmlns:a16="http://schemas.microsoft.com/office/drawing/2014/main" id="{1AD522DE-F193-B961-90A9-E45F2213E4E4}"/>
              </a:ext>
            </a:extLst>
          </p:cNvPr>
          <p:cNvSpPr txBox="1"/>
          <p:nvPr/>
        </p:nvSpPr>
        <p:spPr>
          <a:xfrm flipH="1">
            <a:off x="2525842" y="1491681"/>
            <a:ext cx="2295119" cy="649815"/>
          </a:xfrm>
          <a:prstGeom prst="rect">
            <a:avLst/>
          </a:prstGeom>
          <a:solidFill>
            <a:schemeClr val="bg2">
              <a:lumMod val="20000"/>
              <a:lumOff val="80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Desempenho</a:t>
            </a:r>
            <a:r>
              <a:rPr lang="en" sz="1200">
                <a:solidFill>
                  <a:schemeClr val="dk1"/>
                </a:solidFill>
                <a:latin typeface="Poppins"/>
                <a:ea typeface="Poppins"/>
                <a:cs typeface="Poppins"/>
              </a:rPr>
              <a:t> </a:t>
            </a:r>
            <a:r>
              <a:rPr lang="en" sz="1200" err="1">
                <a:solidFill>
                  <a:schemeClr val="dk1"/>
                </a:solidFill>
                <a:latin typeface="Poppins"/>
                <a:ea typeface="Poppins"/>
                <a:cs typeface="Poppins"/>
              </a:rPr>
              <a:t>categorizado</a:t>
            </a:r>
            <a:endParaRPr lang="en" sz="1200">
              <a:solidFill>
                <a:schemeClr val="dk1"/>
              </a:solidFill>
              <a:latin typeface="Poppins"/>
              <a:ea typeface="Poppins"/>
              <a:cs typeface="Poppins"/>
            </a:endParaRPr>
          </a:p>
          <a:p>
            <a:pPr algn="ctr"/>
            <a:r>
              <a:rPr lang="en" sz="1200">
                <a:solidFill>
                  <a:schemeClr val="dk1"/>
                </a:solidFill>
                <a:latin typeface="Poppins"/>
                <a:ea typeface="Poppins"/>
                <a:cs typeface="Poppins"/>
              </a:rPr>
              <a:t>(</a:t>
            </a:r>
            <a:r>
              <a:rPr lang="en" sz="1200" err="1">
                <a:solidFill>
                  <a:schemeClr val="dk1"/>
                </a:solidFill>
                <a:latin typeface="Poppins"/>
                <a:ea typeface="Poppins"/>
                <a:cs typeface="Poppins"/>
              </a:rPr>
              <a:t>classe</a:t>
            </a:r>
            <a:r>
              <a:rPr lang="en" sz="1200">
                <a:solidFill>
                  <a:schemeClr val="dk1"/>
                </a:solidFill>
                <a:latin typeface="Poppins"/>
                <a:ea typeface="Poppins"/>
                <a:cs typeface="Poppins"/>
              </a:rPr>
              <a:t>)</a:t>
            </a:r>
          </a:p>
        </p:txBody>
      </p:sp>
      <p:sp>
        <p:nvSpPr>
          <p:cNvPr id="11" name="Google Shape;416;p45">
            <a:extLst>
              <a:ext uri="{FF2B5EF4-FFF2-40B4-BE49-F238E27FC236}">
                <a16:creationId xmlns:a16="http://schemas.microsoft.com/office/drawing/2014/main" id="{B55814A5-26D8-71D1-87E9-54E985655088}"/>
              </a:ext>
            </a:extLst>
          </p:cNvPr>
          <p:cNvSpPr txBox="1"/>
          <p:nvPr/>
        </p:nvSpPr>
        <p:spPr>
          <a:xfrm flipH="1">
            <a:off x="2530767" y="3422957"/>
            <a:ext cx="2295120" cy="684302"/>
          </a:xfrm>
          <a:prstGeom prst="rect">
            <a:avLst/>
          </a:prstGeom>
          <a:solidFill>
            <a:schemeClr val="bg2">
              <a:lumMod val="20000"/>
              <a:lumOff val="80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Desempenho</a:t>
            </a:r>
            <a:r>
              <a:rPr lang="en" sz="1200">
                <a:solidFill>
                  <a:schemeClr val="dk1"/>
                </a:solidFill>
                <a:latin typeface="Poppins"/>
                <a:ea typeface="Poppins"/>
                <a:cs typeface="Poppins"/>
              </a:rPr>
              <a:t> </a:t>
            </a:r>
            <a:r>
              <a:rPr lang="en" sz="1200" err="1">
                <a:solidFill>
                  <a:schemeClr val="dk1"/>
                </a:solidFill>
                <a:latin typeface="Poppins"/>
                <a:ea typeface="Poppins"/>
                <a:cs typeface="Poppins"/>
              </a:rPr>
              <a:t>quantitativo</a:t>
            </a:r>
            <a:endParaRPr lang="en" sz="1200">
              <a:solidFill>
                <a:schemeClr val="dk1"/>
              </a:solidFill>
              <a:latin typeface="Poppins"/>
              <a:ea typeface="Poppins"/>
              <a:cs typeface="Poppins"/>
            </a:endParaRPr>
          </a:p>
          <a:p>
            <a:pPr algn="ctr"/>
            <a:r>
              <a:rPr lang="en" sz="1200">
                <a:solidFill>
                  <a:schemeClr val="dk1"/>
                </a:solidFill>
                <a:latin typeface="Poppins"/>
                <a:ea typeface="Poppins"/>
                <a:cs typeface="Poppins"/>
              </a:rPr>
              <a:t>(valor </a:t>
            </a:r>
            <a:r>
              <a:rPr lang="en" sz="1200" err="1">
                <a:solidFill>
                  <a:schemeClr val="dk1"/>
                </a:solidFill>
                <a:latin typeface="Poppins"/>
                <a:ea typeface="Poppins"/>
                <a:cs typeface="Poppins"/>
              </a:rPr>
              <a:t>contínuo</a:t>
            </a:r>
            <a:r>
              <a:rPr lang="en" sz="1200">
                <a:solidFill>
                  <a:schemeClr val="dk1"/>
                </a:solidFill>
                <a:latin typeface="Poppins"/>
                <a:ea typeface="Poppins"/>
                <a:cs typeface="Poppins"/>
              </a:rPr>
              <a:t>)</a:t>
            </a:r>
          </a:p>
        </p:txBody>
      </p:sp>
      <p:cxnSp>
        <p:nvCxnSpPr>
          <p:cNvPr id="12" name="Conexão: Ângulo Reto 11">
            <a:extLst>
              <a:ext uri="{FF2B5EF4-FFF2-40B4-BE49-F238E27FC236}">
                <a16:creationId xmlns:a16="http://schemas.microsoft.com/office/drawing/2014/main" id="{8C0D1ABA-F431-0C41-E7E4-5CD416F65174}"/>
              </a:ext>
            </a:extLst>
          </p:cNvPr>
          <p:cNvCxnSpPr/>
          <p:nvPr/>
        </p:nvCxnSpPr>
        <p:spPr>
          <a:xfrm>
            <a:off x="2123416" y="2921547"/>
            <a:ext cx="392170" cy="93903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xão: Ângulo Reto 15">
            <a:extLst>
              <a:ext uri="{FF2B5EF4-FFF2-40B4-BE49-F238E27FC236}">
                <a16:creationId xmlns:a16="http://schemas.microsoft.com/office/drawing/2014/main" id="{0D83D7F9-4129-7F60-E01E-ED00699C316F}"/>
              </a:ext>
            </a:extLst>
          </p:cNvPr>
          <p:cNvCxnSpPr>
            <a:cxnSpLocks/>
          </p:cNvCxnSpPr>
          <p:nvPr/>
        </p:nvCxnSpPr>
        <p:spPr>
          <a:xfrm flipV="1">
            <a:off x="2138196" y="1919451"/>
            <a:ext cx="362609" cy="100209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Google Shape;416;p45">
            <a:extLst>
              <a:ext uri="{FF2B5EF4-FFF2-40B4-BE49-F238E27FC236}">
                <a16:creationId xmlns:a16="http://schemas.microsoft.com/office/drawing/2014/main" id="{46523F3D-36FF-2FA7-B03E-3E16C6E045F8}"/>
              </a:ext>
            </a:extLst>
          </p:cNvPr>
          <p:cNvSpPr txBox="1"/>
          <p:nvPr/>
        </p:nvSpPr>
        <p:spPr>
          <a:xfrm flipH="1">
            <a:off x="5802113" y="1491681"/>
            <a:ext cx="1428016" cy="649815"/>
          </a:xfrm>
          <a:prstGeom prst="rect">
            <a:avLst/>
          </a:prstGeom>
          <a:solidFill>
            <a:schemeClr val="bg2">
              <a:lumMod val="40000"/>
              <a:lumOff val="60000"/>
            </a:schemeClr>
          </a:solidFill>
          <a:ln>
            <a:noFill/>
          </a:ln>
        </p:spPr>
        <p:txBody>
          <a:bodyPr spcFirstLastPara="1" wrap="square" lIns="91425" tIns="91425" rIns="91425" bIns="91425" anchor="ctr" anchorCtr="0">
            <a:noAutofit/>
          </a:bodyPr>
          <a:lstStyle/>
          <a:p>
            <a:pPr algn="ctr"/>
            <a:r>
              <a:rPr lang="en" sz="1200" b="1" err="1">
                <a:solidFill>
                  <a:schemeClr val="dk1"/>
                </a:solidFill>
                <a:latin typeface="Poppins"/>
                <a:cs typeface="Poppins"/>
              </a:rPr>
              <a:t>Classificação</a:t>
            </a:r>
            <a:endParaRPr lang="en" sz="1200" b="1">
              <a:solidFill>
                <a:schemeClr val="dk1"/>
              </a:solidFill>
              <a:latin typeface="Poppins"/>
              <a:cs typeface="Poppins"/>
            </a:endParaRPr>
          </a:p>
          <a:p>
            <a:pPr algn="ctr"/>
            <a:r>
              <a:rPr lang="en" sz="1200" b="1">
                <a:solidFill>
                  <a:schemeClr val="dk1"/>
                </a:solidFill>
                <a:latin typeface="Poppins"/>
                <a:cs typeface="Poppins"/>
              </a:rPr>
              <a:t>Multi-</a:t>
            </a:r>
            <a:r>
              <a:rPr lang="en" sz="1200" b="1" err="1">
                <a:solidFill>
                  <a:schemeClr val="dk1"/>
                </a:solidFill>
                <a:latin typeface="Poppins"/>
                <a:cs typeface="Poppins"/>
              </a:rPr>
              <a:t>classe</a:t>
            </a:r>
            <a:endParaRPr lang="en" sz="1200" b="1">
              <a:solidFill>
                <a:schemeClr val="dk1"/>
              </a:solidFill>
              <a:latin typeface="Poppins"/>
              <a:cs typeface="Poppins"/>
            </a:endParaRPr>
          </a:p>
        </p:txBody>
      </p:sp>
      <p:sp>
        <p:nvSpPr>
          <p:cNvPr id="18" name="Google Shape;416;p45">
            <a:extLst>
              <a:ext uri="{FF2B5EF4-FFF2-40B4-BE49-F238E27FC236}">
                <a16:creationId xmlns:a16="http://schemas.microsoft.com/office/drawing/2014/main" id="{4AF368E7-1F13-8715-4CFB-034F05610A56}"/>
              </a:ext>
            </a:extLst>
          </p:cNvPr>
          <p:cNvSpPr txBox="1"/>
          <p:nvPr/>
        </p:nvSpPr>
        <p:spPr>
          <a:xfrm flipH="1">
            <a:off x="5802112" y="3447591"/>
            <a:ext cx="1428016" cy="664594"/>
          </a:xfrm>
          <a:prstGeom prst="rect">
            <a:avLst/>
          </a:prstGeom>
          <a:solidFill>
            <a:schemeClr val="bg2">
              <a:lumMod val="40000"/>
              <a:lumOff val="60000"/>
            </a:schemeClr>
          </a:solidFill>
          <a:ln>
            <a:noFill/>
          </a:ln>
        </p:spPr>
        <p:txBody>
          <a:bodyPr spcFirstLastPara="1" wrap="square" lIns="91425" tIns="91425" rIns="91425" bIns="91425" anchor="ctr" anchorCtr="0">
            <a:noAutofit/>
          </a:bodyPr>
          <a:lstStyle/>
          <a:p>
            <a:pPr algn="ctr"/>
            <a:r>
              <a:rPr lang="en" sz="1200" b="1" err="1">
                <a:solidFill>
                  <a:schemeClr val="dk1"/>
                </a:solidFill>
                <a:latin typeface="Poppins"/>
                <a:cs typeface="Poppins"/>
              </a:rPr>
              <a:t>Regressão</a:t>
            </a:r>
            <a:r>
              <a:rPr lang="en" sz="1200" b="1">
                <a:solidFill>
                  <a:schemeClr val="dk1"/>
                </a:solidFill>
                <a:latin typeface="Poppins"/>
                <a:cs typeface="Poppins"/>
              </a:rPr>
              <a:t> linear</a:t>
            </a:r>
            <a:endParaRPr lang="pt-PT" b="1">
              <a:solidFill>
                <a:schemeClr val="dk1"/>
              </a:solidFill>
            </a:endParaRPr>
          </a:p>
        </p:txBody>
      </p:sp>
      <p:cxnSp>
        <p:nvCxnSpPr>
          <p:cNvPr id="20" name="Conexão reta unidirecional 19">
            <a:extLst>
              <a:ext uri="{FF2B5EF4-FFF2-40B4-BE49-F238E27FC236}">
                <a16:creationId xmlns:a16="http://schemas.microsoft.com/office/drawing/2014/main" id="{28AAA5CD-0CA3-E160-B265-1A214142514C}"/>
              </a:ext>
            </a:extLst>
          </p:cNvPr>
          <p:cNvCxnSpPr/>
          <p:nvPr/>
        </p:nvCxnSpPr>
        <p:spPr>
          <a:xfrm flipV="1">
            <a:off x="4904743" y="3791439"/>
            <a:ext cx="820793" cy="19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xão reta unidirecional 20">
            <a:extLst>
              <a:ext uri="{FF2B5EF4-FFF2-40B4-BE49-F238E27FC236}">
                <a16:creationId xmlns:a16="http://schemas.microsoft.com/office/drawing/2014/main" id="{0B3C129D-D9DF-C08F-0B78-883E38403AAA}"/>
              </a:ext>
            </a:extLst>
          </p:cNvPr>
          <p:cNvCxnSpPr>
            <a:cxnSpLocks/>
          </p:cNvCxnSpPr>
          <p:nvPr/>
        </p:nvCxnSpPr>
        <p:spPr>
          <a:xfrm flipV="1">
            <a:off x="4904742" y="1815821"/>
            <a:ext cx="820793" cy="19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Imagem 21" descr="Uma imagem com Simetria, captura de ecrã, preto, Gráficos&#10;&#10;Descrição gerada automaticamente">
            <a:extLst>
              <a:ext uri="{FF2B5EF4-FFF2-40B4-BE49-F238E27FC236}">
                <a16:creationId xmlns:a16="http://schemas.microsoft.com/office/drawing/2014/main" id="{CAB58F20-28AF-D695-76D3-EBB2EBFA9E50}"/>
              </a:ext>
            </a:extLst>
          </p:cNvPr>
          <p:cNvPicPr>
            <a:picLocks noChangeAspect="1"/>
          </p:cNvPicPr>
          <p:nvPr/>
        </p:nvPicPr>
        <p:blipFill>
          <a:blip r:embed="rId3"/>
          <a:stretch>
            <a:fillRect/>
          </a:stretch>
        </p:blipFill>
        <p:spPr>
          <a:xfrm>
            <a:off x="7345417" y="1501502"/>
            <a:ext cx="715032" cy="682188"/>
          </a:xfrm>
          <a:prstGeom prst="rect">
            <a:avLst/>
          </a:prstGeom>
        </p:spPr>
      </p:pic>
      <p:pic>
        <p:nvPicPr>
          <p:cNvPr id="2" name="Imagem 1" descr="Uma imagem com preto, captura de ecrã, design&#10;&#10;Descrição gerada automaticamente">
            <a:extLst>
              <a:ext uri="{FF2B5EF4-FFF2-40B4-BE49-F238E27FC236}">
                <a16:creationId xmlns:a16="http://schemas.microsoft.com/office/drawing/2014/main" id="{DE0FC96F-EC13-7FFA-B48E-355E2D373CAF}"/>
              </a:ext>
            </a:extLst>
          </p:cNvPr>
          <p:cNvPicPr>
            <a:picLocks noChangeAspect="1"/>
          </p:cNvPicPr>
          <p:nvPr/>
        </p:nvPicPr>
        <p:blipFill>
          <a:blip r:embed="rId4"/>
          <a:stretch>
            <a:fillRect/>
          </a:stretch>
        </p:blipFill>
        <p:spPr>
          <a:xfrm>
            <a:off x="7345619" y="3377381"/>
            <a:ext cx="734655" cy="776134"/>
          </a:xfrm>
          <a:prstGeom prst="rect">
            <a:avLst/>
          </a:prstGeom>
        </p:spPr>
      </p:pic>
      <p:sp>
        <p:nvSpPr>
          <p:cNvPr id="3" name="Google Shape;416;p45">
            <a:extLst>
              <a:ext uri="{FF2B5EF4-FFF2-40B4-BE49-F238E27FC236}">
                <a16:creationId xmlns:a16="http://schemas.microsoft.com/office/drawing/2014/main" id="{8B21DAAB-C241-D1A6-BE76-46EA90D06BAE}"/>
              </a:ext>
            </a:extLst>
          </p:cNvPr>
          <p:cNvSpPr txBox="1"/>
          <p:nvPr/>
        </p:nvSpPr>
        <p:spPr>
          <a:xfrm flipH="1">
            <a:off x="5802113" y="2570633"/>
            <a:ext cx="1428016" cy="398553"/>
          </a:xfrm>
          <a:prstGeom prst="rect">
            <a:avLst/>
          </a:prstGeom>
          <a:solidFill>
            <a:schemeClr val="bg1">
              <a:lumMod val="95000"/>
            </a:schemeClr>
          </a:solidFill>
          <a:ln>
            <a:noFill/>
          </a:ln>
        </p:spPr>
        <p:txBody>
          <a:bodyPr spcFirstLastPara="1" wrap="square" lIns="91425" tIns="91425" rIns="91425" bIns="91425" anchor="ctr" anchorCtr="0">
            <a:noAutofit/>
          </a:bodyPr>
          <a:lstStyle/>
          <a:p>
            <a:pPr algn="ctr"/>
            <a:r>
              <a:rPr lang="en" sz="1200" b="1">
                <a:solidFill>
                  <a:schemeClr val="dk1"/>
                </a:solidFill>
                <a:latin typeface="Poppins"/>
                <a:cs typeface="Poppins"/>
              </a:rPr>
              <a:t>Supervised</a:t>
            </a:r>
            <a:endParaRPr lang="pt-PT">
              <a:solidFill>
                <a:schemeClr val="dk1"/>
              </a:solidFill>
            </a:endParaRPr>
          </a:p>
          <a:p>
            <a:pPr algn="ctr"/>
            <a:r>
              <a:rPr lang="en" sz="1200" b="1">
                <a:solidFill>
                  <a:schemeClr val="dk1"/>
                </a:solidFill>
                <a:latin typeface="Poppins"/>
                <a:cs typeface="Poppins"/>
              </a:rPr>
              <a:t>learning</a:t>
            </a:r>
          </a:p>
        </p:txBody>
      </p:sp>
      <p:cxnSp>
        <p:nvCxnSpPr>
          <p:cNvPr id="4" name="Conexão reta unidirecional 3">
            <a:extLst>
              <a:ext uri="{FF2B5EF4-FFF2-40B4-BE49-F238E27FC236}">
                <a16:creationId xmlns:a16="http://schemas.microsoft.com/office/drawing/2014/main" id="{0F750684-E3CB-FF77-486B-D81FA6B78232}"/>
              </a:ext>
            </a:extLst>
          </p:cNvPr>
          <p:cNvCxnSpPr>
            <a:cxnSpLocks/>
          </p:cNvCxnSpPr>
          <p:nvPr/>
        </p:nvCxnSpPr>
        <p:spPr>
          <a:xfrm>
            <a:off x="6491144" y="2182364"/>
            <a:ext cx="2957" cy="3675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xão reta unidirecional 4">
            <a:extLst>
              <a:ext uri="{FF2B5EF4-FFF2-40B4-BE49-F238E27FC236}">
                <a16:creationId xmlns:a16="http://schemas.microsoft.com/office/drawing/2014/main" id="{12999968-FA01-21FA-611E-6DAB5942B7B0}"/>
              </a:ext>
            </a:extLst>
          </p:cNvPr>
          <p:cNvCxnSpPr>
            <a:cxnSpLocks/>
          </p:cNvCxnSpPr>
          <p:nvPr/>
        </p:nvCxnSpPr>
        <p:spPr>
          <a:xfrm flipH="1" flipV="1">
            <a:off x="6503959" y="3008088"/>
            <a:ext cx="6893" cy="3862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469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1101228" y="2570254"/>
            <a:ext cx="4785457" cy="9172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Metodologia</a:t>
            </a:r>
          </a:p>
        </p:txBody>
      </p:sp>
      <p:sp>
        <p:nvSpPr>
          <p:cNvPr id="261" name="Google Shape;261;p33"/>
          <p:cNvSpPr txBox="1">
            <a:spLocks noGrp="1"/>
          </p:cNvSpPr>
          <p:nvPr>
            <p:ph type="title" idx="2"/>
          </p:nvPr>
        </p:nvSpPr>
        <p:spPr>
          <a:xfrm>
            <a:off x="1112011" y="1677531"/>
            <a:ext cx="1288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grpSp>
        <p:nvGrpSpPr>
          <p:cNvPr id="262" name="Google Shape;262;p33"/>
          <p:cNvGrpSpPr/>
          <p:nvPr/>
        </p:nvGrpSpPr>
        <p:grpSpPr>
          <a:xfrm flipH="1">
            <a:off x="-93625" y="2521475"/>
            <a:ext cx="4993500" cy="0"/>
            <a:chOff x="2220050" y="1547100"/>
            <a:chExt cx="4993500" cy="0"/>
          </a:xfrm>
        </p:grpSpPr>
        <p:cxnSp>
          <p:nvCxnSpPr>
            <p:cNvPr id="263" name="Google Shape;263;p33"/>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64" name="Google Shape;264;p33"/>
            <p:cNvCxnSpPr/>
            <p:nvPr/>
          </p:nvCxnSpPr>
          <p:spPr>
            <a:xfrm>
              <a:off x="2684450" y="1547100"/>
              <a:ext cx="45291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5"/>
          <p:cNvSpPr txBox="1">
            <a:spLocks noGrp="1"/>
          </p:cNvSpPr>
          <p:nvPr>
            <p:ph type="title"/>
          </p:nvPr>
        </p:nvSpPr>
        <p:spPr>
          <a:xfrm>
            <a:off x="720000" y="445025"/>
            <a:ext cx="616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ea typeface="Segoe UI Black"/>
              </a:rPr>
              <a:t>Análise Estatística</a:t>
            </a:r>
          </a:p>
        </p:txBody>
      </p:sp>
      <p:sp>
        <p:nvSpPr>
          <p:cNvPr id="17" name="Google Shape;650;p54">
            <a:extLst>
              <a:ext uri="{FF2B5EF4-FFF2-40B4-BE49-F238E27FC236}">
                <a16:creationId xmlns:a16="http://schemas.microsoft.com/office/drawing/2014/main" id="{A7991B7D-819B-A912-8E2D-94BE73ADA1D5}"/>
              </a:ext>
            </a:extLst>
          </p:cNvPr>
          <p:cNvSpPr/>
          <p:nvPr/>
        </p:nvSpPr>
        <p:spPr>
          <a:xfrm>
            <a:off x="632932" y="1210297"/>
            <a:ext cx="2372287" cy="723812"/>
          </a:xfrm>
          <a:prstGeom prst="chevron">
            <a:avLst>
              <a:gd name="adj" fmla="val 50000"/>
            </a:avLst>
          </a:prstGeom>
          <a:solidFill>
            <a:schemeClr val="bg2"/>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5818E"/>
              </a:solidFill>
              <a:highlight>
                <a:srgbClr val="000000"/>
              </a:highlight>
            </a:endParaRPr>
          </a:p>
        </p:txBody>
      </p:sp>
      <p:sp>
        <p:nvSpPr>
          <p:cNvPr id="18" name="Google Shape;650;p54">
            <a:extLst>
              <a:ext uri="{FF2B5EF4-FFF2-40B4-BE49-F238E27FC236}">
                <a16:creationId xmlns:a16="http://schemas.microsoft.com/office/drawing/2014/main" id="{CF79AB4A-EF4C-8A3C-F065-1E67DF89D279}"/>
              </a:ext>
            </a:extLst>
          </p:cNvPr>
          <p:cNvSpPr/>
          <p:nvPr/>
        </p:nvSpPr>
        <p:spPr>
          <a:xfrm>
            <a:off x="2744232" y="1210297"/>
            <a:ext cx="2372287" cy="723812"/>
          </a:xfrm>
          <a:prstGeom prst="chevron">
            <a:avLst>
              <a:gd name="adj" fmla="val 50000"/>
            </a:avLst>
          </a:prstGeom>
          <a:solidFill>
            <a:srgbClr val="73AFBB"/>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5818E"/>
              </a:solidFill>
              <a:highlight>
                <a:srgbClr val="000000"/>
              </a:highlight>
            </a:endParaRPr>
          </a:p>
        </p:txBody>
      </p:sp>
      <p:sp>
        <p:nvSpPr>
          <p:cNvPr id="19" name="Google Shape;650;p54">
            <a:extLst>
              <a:ext uri="{FF2B5EF4-FFF2-40B4-BE49-F238E27FC236}">
                <a16:creationId xmlns:a16="http://schemas.microsoft.com/office/drawing/2014/main" id="{F5DF3C1D-5B97-DF49-3926-FF596BD02EFF}"/>
              </a:ext>
            </a:extLst>
          </p:cNvPr>
          <p:cNvSpPr/>
          <p:nvPr/>
        </p:nvSpPr>
        <p:spPr>
          <a:xfrm>
            <a:off x="4855532" y="1210297"/>
            <a:ext cx="2372287" cy="723812"/>
          </a:xfrm>
          <a:prstGeom prst="chevron">
            <a:avLst>
              <a:gd name="adj" fmla="val 50000"/>
            </a:avLst>
          </a:prstGeom>
          <a:solidFill>
            <a:srgbClr val="B9D7DD"/>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5818E"/>
              </a:solidFill>
              <a:highlight>
                <a:srgbClr val="000000"/>
              </a:highlight>
            </a:endParaRPr>
          </a:p>
        </p:txBody>
      </p:sp>
      <p:sp>
        <p:nvSpPr>
          <p:cNvPr id="20" name="Google Shape;247;p32">
            <a:extLst>
              <a:ext uri="{FF2B5EF4-FFF2-40B4-BE49-F238E27FC236}">
                <a16:creationId xmlns:a16="http://schemas.microsoft.com/office/drawing/2014/main" id="{1D107C5C-91C0-E25A-327C-D9E701CCF947}"/>
              </a:ext>
            </a:extLst>
          </p:cNvPr>
          <p:cNvSpPr txBox="1">
            <a:spLocks/>
          </p:cNvSpPr>
          <p:nvPr/>
        </p:nvSpPr>
        <p:spPr>
          <a:xfrm>
            <a:off x="1361782" y="1394897"/>
            <a:ext cx="1019589" cy="4057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Poppins"/>
              <a:buNone/>
              <a:defRPr sz="20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9pPr>
          </a:lstStyle>
          <a:p>
            <a:pPr marL="0" indent="0"/>
            <a:r>
              <a:rPr lang="pt-PT" b="1">
                <a:solidFill>
                  <a:schemeClr val="bg1"/>
                </a:solidFill>
                <a:latin typeface="+mj-lt"/>
              </a:rPr>
              <a:t>Treino</a:t>
            </a:r>
          </a:p>
        </p:txBody>
      </p:sp>
      <p:sp>
        <p:nvSpPr>
          <p:cNvPr id="21" name="Google Shape;247;p32">
            <a:extLst>
              <a:ext uri="{FF2B5EF4-FFF2-40B4-BE49-F238E27FC236}">
                <a16:creationId xmlns:a16="http://schemas.microsoft.com/office/drawing/2014/main" id="{40F8A075-BA34-BD2F-BB10-AEAEC2D40B4D}"/>
              </a:ext>
            </a:extLst>
          </p:cNvPr>
          <p:cNvSpPr txBox="1">
            <a:spLocks/>
          </p:cNvSpPr>
          <p:nvPr/>
        </p:nvSpPr>
        <p:spPr>
          <a:xfrm>
            <a:off x="3273469" y="1402331"/>
            <a:ext cx="1435692" cy="4057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Poppins"/>
              <a:buNone/>
              <a:defRPr sz="20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9pPr>
          </a:lstStyle>
          <a:p>
            <a:pPr marL="0" indent="0"/>
            <a:r>
              <a:rPr lang="pt-PT" b="1">
                <a:solidFill>
                  <a:schemeClr val="tx2">
                    <a:lumMod val="25000"/>
                  </a:schemeClr>
                </a:solidFill>
                <a:latin typeface="+mj-lt"/>
              </a:rPr>
              <a:t>Validação</a:t>
            </a:r>
          </a:p>
        </p:txBody>
      </p:sp>
      <p:sp>
        <p:nvSpPr>
          <p:cNvPr id="22" name="Google Shape;247;p32">
            <a:extLst>
              <a:ext uri="{FF2B5EF4-FFF2-40B4-BE49-F238E27FC236}">
                <a16:creationId xmlns:a16="http://schemas.microsoft.com/office/drawing/2014/main" id="{D4E9F06A-260B-35AF-1227-8D5D53D251D3}"/>
              </a:ext>
            </a:extLst>
          </p:cNvPr>
          <p:cNvSpPr txBox="1">
            <a:spLocks/>
          </p:cNvSpPr>
          <p:nvPr/>
        </p:nvSpPr>
        <p:spPr>
          <a:xfrm>
            <a:off x="5611409" y="1413955"/>
            <a:ext cx="1019589" cy="4057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Poppins"/>
              <a:buNone/>
              <a:defRPr sz="20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9pPr>
          </a:lstStyle>
          <a:p>
            <a:pPr marL="0" indent="0"/>
            <a:r>
              <a:rPr lang="pt-PT" b="1">
                <a:solidFill>
                  <a:schemeClr val="tx1"/>
                </a:solidFill>
                <a:latin typeface="+mj-lt"/>
              </a:rPr>
              <a:t>Teste</a:t>
            </a:r>
          </a:p>
        </p:txBody>
      </p:sp>
      <p:pic>
        <p:nvPicPr>
          <p:cNvPr id="24" name="Picture 23" descr="A comparison of a graph&#10;&#10;Description automatically generated">
            <a:extLst>
              <a:ext uri="{FF2B5EF4-FFF2-40B4-BE49-F238E27FC236}">
                <a16:creationId xmlns:a16="http://schemas.microsoft.com/office/drawing/2014/main" id="{ECF453A5-823E-3E4B-334F-B80303AF15DA}"/>
              </a:ext>
            </a:extLst>
          </p:cNvPr>
          <p:cNvPicPr>
            <a:picLocks noChangeAspect="1"/>
          </p:cNvPicPr>
          <p:nvPr/>
        </p:nvPicPr>
        <p:blipFill>
          <a:blip r:embed="rId3"/>
          <a:stretch>
            <a:fillRect/>
          </a:stretch>
        </p:blipFill>
        <p:spPr>
          <a:xfrm>
            <a:off x="680016" y="2118709"/>
            <a:ext cx="6246168" cy="24545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D3999A-C8F1-B8DD-B014-A9E363CF8474}"/>
              </a:ext>
            </a:extLst>
          </p:cNvPr>
          <p:cNvSpPr>
            <a:spLocks noGrp="1"/>
          </p:cNvSpPr>
          <p:nvPr>
            <p:ph type="title"/>
          </p:nvPr>
        </p:nvSpPr>
        <p:spPr>
          <a:xfrm>
            <a:off x="452371" y="489983"/>
            <a:ext cx="7390654" cy="646441"/>
          </a:xfrm>
        </p:spPr>
        <p:txBody>
          <a:bodyPr/>
          <a:lstStyle/>
          <a:p>
            <a:r>
              <a:rPr lang="pt-PT"/>
              <a:t>Análise componentes principais (PCA)</a:t>
            </a:r>
          </a:p>
        </p:txBody>
      </p:sp>
      <p:sp>
        <p:nvSpPr>
          <p:cNvPr id="4" name="Google Shape;329;p38">
            <a:extLst>
              <a:ext uri="{FF2B5EF4-FFF2-40B4-BE49-F238E27FC236}">
                <a16:creationId xmlns:a16="http://schemas.microsoft.com/office/drawing/2014/main" id="{025B36D9-9B98-4190-A4B5-159270FEBB1B}"/>
              </a:ext>
            </a:extLst>
          </p:cNvPr>
          <p:cNvSpPr txBox="1">
            <a:spLocks noGrp="1"/>
          </p:cNvSpPr>
          <p:nvPr>
            <p:ph type="subTitle" idx="1"/>
          </p:nvPr>
        </p:nvSpPr>
        <p:spPr>
          <a:xfrm>
            <a:off x="719749" y="1166532"/>
            <a:ext cx="6558334" cy="698157"/>
          </a:xfrm>
          <a:prstGeom prst="rect">
            <a:avLst/>
          </a:prstGeom>
        </p:spPr>
        <p:txBody>
          <a:bodyPr spcFirstLastPara="1" wrap="square" lIns="91425" tIns="91425" rIns="91425" bIns="91425" anchor="t" anchorCtr="0">
            <a:noAutofit/>
          </a:bodyPr>
          <a:lstStyle/>
          <a:p>
            <a:pPr marL="171450" indent="-171450">
              <a:buFont typeface="Arial"/>
              <a:buChar char="•"/>
            </a:pPr>
            <a:r>
              <a:rPr lang="en"/>
              <a:t>Redução da dimensionalidade</a:t>
            </a:r>
          </a:p>
          <a:p>
            <a:pPr marL="171450" indent="-171450">
              <a:buFont typeface="Arial"/>
              <a:buChar char="•"/>
            </a:pPr>
            <a:r>
              <a:rPr lang="en"/>
              <a:t>Discriminação dos componentes </a:t>
            </a:r>
            <a:r>
              <a:rPr lang="en" b="1"/>
              <a:t>principais</a:t>
            </a:r>
          </a:p>
          <a:p>
            <a:pPr marL="0" indent="0"/>
            <a:endParaRPr lang="en"/>
          </a:p>
        </p:txBody>
      </p:sp>
      <p:pic>
        <p:nvPicPr>
          <p:cNvPr id="5" name="Imagem 4" descr="Uma imagem com texto, captura de ecrã, diagrama, círculo&#10;&#10;Descrição gerada automaticamente">
            <a:extLst>
              <a:ext uri="{FF2B5EF4-FFF2-40B4-BE49-F238E27FC236}">
                <a16:creationId xmlns:a16="http://schemas.microsoft.com/office/drawing/2014/main" id="{7689E9B6-DA37-6305-8831-4572393DB97C}"/>
              </a:ext>
            </a:extLst>
          </p:cNvPr>
          <p:cNvPicPr>
            <a:picLocks noChangeAspect="1"/>
          </p:cNvPicPr>
          <p:nvPr/>
        </p:nvPicPr>
        <p:blipFill>
          <a:blip r:embed="rId3"/>
          <a:stretch>
            <a:fillRect/>
          </a:stretch>
        </p:blipFill>
        <p:spPr>
          <a:xfrm>
            <a:off x="721272" y="1940144"/>
            <a:ext cx="3085115" cy="2283044"/>
          </a:xfrm>
          <a:prstGeom prst="rect">
            <a:avLst/>
          </a:prstGeom>
        </p:spPr>
      </p:pic>
      <p:sp>
        <p:nvSpPr>
          <p:cNvPr id="7" name="Google Shape;416;p45">
            <a:extLst>
              <a:ext uri="{FF2B5EF4-FFF2-40B4-BE49-F238E27FC236}">
                <a16:creationId xmlns:a16="http://schemas.microsoft.com/office/drawing/2014/main" id="{586A141C-8313-07F1-5D90-4243D9FBFBCF}"/>
              </a:ext>
            </a:extLst>
          </p:cNvPr>
          <p:cNvSpPr txBox="1"/>
          <p:nvPr/>
        </p:nvSpPr>
        <p:spPr>
          <a:xfrm flipH="1">
            <a:off x="5205979" y="1614849"/>
            <a:ext cx="984611" cy="354213"/>
          </a:xfrm>
          <a:prstGeom prst="rect">
            <a:avLst/>
          </a:prstGeom>
          <a:solidFill>
            <a:schemeClr val="bg1">
              <a:lumMod val="95000"/>
            </a:schemeClr>
          </a:solidFill>
          <a:ln>
            <a:noFill/>
          </a:ln>
        </p:spPr>
        <p:txBody>
          <a:bodyPr spcFirstLastPara="1" wrap="square" lIns="91425" tIns="91425" rIns="91425" bIns="91425" anchor="b" anchorCtr="0">
            <a:noAutofit/>
          </a:bodyPr>
          <a:lstStyle/>
          <a:p>
            <a:pPr algn="ctr"/>
            <a:r>
              <a:rPr lang="en" sz="1200">
                <a:solidFill>
                  <a:schemeClr val="dk1"/>
                </a:solidFill>
                <a:latin typeface="Poppins"/>
                <a:ea typeface="Poppins"/>
                <a:cs typeface="Poppins"/>
              </a:rPr>
              <a:t>Dataset</a:t>
            </a:r>
          </a:p>
        </p:txBody>
      </p:sp>
      <p:sp>
        <p:nvSpPr>
          <p:cNvPr id="8" name="Google Shape;416;p45">
            <a:extLst>
              <a:ext uri="{FF2B5EF4-FFF2-40B4-BE49-F238E27FC236}">
                <a16:creationId xmlns:a16="http://schemas.microsoft.com/office/drawing/2014/main" id="{8979C72C-972A-221F-1776-264A441F446B}"/>
              </a:ext>
            </a:extLst>
          </p:cNvPr>
          <p:cNvSpPr txBox="1"/>
          <p:nvPr/>
        </p:nvSpPr>
        <p:spPr>
          <a:xfrm flipH="1">
            <a:off x="5205979" y="2215908"/>
            <a:ext cx="984611" cy="354213"/>
          </a:xfrm>
          <a:prstGeom prst="rect">
            <a:avLst/>
          </a:prstGeom>
          <a:solidFill>
            <a:schemeClr val="bg2">
              <a:lumMod val="20000"/>
              <a:lumOff val="80000"/>
            </a:schemeClr>
          </a:solidFill>
          <a:ln>
            <a:solidFill>
              <a:schemeClr val="bg1"/>
            </a:solidFill>
          </a:ln>
        </p:spPr>
        <p:txBody>
          <a:bodyPr spcFirstLastPara="1" wrap="square" lIns="91425" tIns="91425" rIns="91425" bIns="91425" anchor="b" anchorCtr="0">
            <a:noAutofit/>
          </a:bodyPr>
          <a:lstStyle/>
          <a:p>
            <a:pPr algn="ctr"/>
            <a:r>
              <a:rPr lang="en" sz="1200" b="1">
                <a:solidFill>
                  <a:schemeClr val="dk1"/>
                </a:solidFill>
                <a:latin typeface="Poppins"/>
                <a:ea typeface="Poppins"/>
                <a:cs typeface="Poppins"/>
              </a:rPr>
              <a:t>PCA</a:t>
            </a:r>
          </a:p>
        </p:txBody>
      </p:sp>
      <p:sp>
        <p:nvSpPr>
          <p:cNvPr id="9" name="Google Shape;416;p45">
            <a:extLst>
              <a:ext uri="{FF2B5EF4-FFF2-40B4-BE49-F238E27FC236}">
                <a16:creationId xmlns:a16="http://schemas.microsoft.com/office/drawing/2014/main" id="{F615B03A-3212-C6A5-FD9C-C86E32079BF2}"/>
              </a:ext>
            </a:extLst>
          </p:cNvPr>
          <p:cNvSpPr txBox="1"/>
          <p:nvPr/>
        </p:nvSpPr>
        <p:spPr>
          <a:xfrm flipH="1">
            <a:off x="3969371" y="2851456"/>
            <a:ext cx="1235873" cy="462600"/>
          </a:xfrm>
          <a:prstGeom prst="rect">
            <a:avLst/>
          </a:prstGeom>
          <a:solidFill>
            <a:schemeClr val="bg2">
              <a:lumMod val="40000"/>
              <a:lumOff val="60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Componente</a:t>
            </a:r>
            <a:r>
              <a:rPr lang="en" sz="1200">
                <a:solidFill>
                  <a:schemeClr val="dk1"/>
                </a:solidFill>
                <a:latin typeface="Poppins"/>
                <a:ea typeface="Poppins"/>
                <a:cs typeface="Poppins"/>
              </a:rPr>
              <a:t> principal 1 </a:t>
            </a:r>
          </a:p>
        </p:txBody>
      </p:sp>
      <p:sp>
        <p:nvSpPr>
          <p:cNvPr id="11" name="Google Shape;416;p45">
            <a:extLst>
              <a:ext uri="{FF2B5EF4-FFF2-40B4-BE49-F238E27FC236}">
                <a16:creationId xmlns:a16="http://schemas.microsoft.com/office/drawing/2014/main" id="{915707D1-BF8B-323F-F1E3-54BC553C8366}"/>
              </a:ext>
            </a:extLst>
          </p:cNvPr>
          <p:cNvSpPr txBox="1"/>
          <p:nvPr/>
        </p:nvSpPr>
        <p:spPr>
          <a:xfrm flipH="1">
            <a:off x="6191324" y="2851456"/>
            <a:ext cx="1235873" cy="462600"/>
          </a:xfrm>
          <a:prstGeom prst="rect">
            <a:avLst/>
          </a:prstGeom>
          <a:solidFill>
            <a:schemeClr val="bg2">
              <a:lumMod val="40000"/>
              <a:lumOff val="60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Componente</a:t>
            </a:r>
            <a:r>
              <a:rPr lang="en" sz="1200">
                <a:solidFill>
                  <a:schemeClr val="dk1"/>
                </a:solidFill>
                <a:latin typeface="Poppins"/>
                <a:ea typeface="Poppins"/>
                <a:cs typeface="Poppins"/>
              </a:rPr>
              <a:t> principal 2</a:t>
            </a:r>
          </a:p>
        </p:txBody>
      </p:sp>
      <p:sp>
        <p:nvSpPr>
          <p:cNvPr id="12" name="Google Shape;416;p45">
            <a:extLst>
              <a:ext uri="{FF2B5EF4-FFF2-40B4-BE49-F238E27FC236}">
                <a16:creationId xmlns:a16="http://schemas.microsoft.com/office/drawing/2014/main" id="{A0C49B56-7D7B-0E87-5AC8-0F37FD19A1EA}"/>
              </a:ext>
            </a:extLst>
          </p:cNvPr>
          <p:cNvSpPr txBox="1"/>
          <p:nvPr/>
        </p:nvSpPr>
        <p:spPr>
          <a:xfrm flipH="1">
            <a:off x="5215832" y="4073283"/>
            <a:ext cx="984611" cy="354213"/>
          </a:xfrm>
          <a:prstGeom prst="rect">
            <a:avLst/>
          </a:prstGeom>
          <a:solidFill>
            <a:schemeClr val="bg2">
              <a:lumMod val="20000"/>
              <a:lumOff val="80000"/>
            </a:schemeClr>
          </a:solidFill>
          <a:ln>
            <a:solidFill>
              <a:schemeClr val="bg1"/>
            </a:solidFill>
          </a:ln>
        </p:spPr>
        <p:txBody>
          <a:bodyPr spcFirstLastPara="1" wrap="square" lIns="91425" tIns="91425" rIns="91425" bIns="91425" anchor="b" anchorCtr="0">
            <a:noAutofit/>
          </a:bodyPr>
          <a:lstStyle/>
          <a:p>
            <a:pPr algn="ctr"/>
            <a:r>
              <a:rPr lang="en" sz="1200" err="1">
                <a:solidFill>
                  <a:schemeClr val="dk1"/>
                </a:solidFill>
                <a:latin typeface="Poppins"/>
                <a:ea typeface="Poppins"/>
                <a:cs typeface="Poppins"/>
              </a:rPr>
              <a:t>Modelo</a:t>
            </a:r>
          </a:p>
        </p:txBody>
      </p:sp>
      <p:cxnSp>
        <p:nvCxnSpPr>
          <p:cNvPr id="13" name="Conexão reta unidirecional 12">
            <a:extLst>
              <a:ext uri="{FF2B5EF4-FFF2-40B4-BE49-F238E27FC236}">
                <a16:creationId xmlns:a16="http://schemas.microsoft.com/office/drawing/2014/main" id="{122387CF-295E-C125-0CCD-4EE2B7BB472C}"/>
              </a:ext>
            </a:extLst>
          </p:cNvPr>
          <p:cNvCxnSpPr/>
          <p:nvPr/>
        </p:nvCxnSpPr>
        <p:spPr>
          <a:xfrm flipH="1">
            <a:off x="5700219" y="1971272"/>
            <a:ext cx="668" cy="252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xão reta unidirecional 15">
            <a:extLst>
              <a:ext uri="{FF2B5EF4-FFF2-40B4-BE49-F238E27FC236}">
                <a16:creationId xmlns:a16="http://schemas.microsoft.com/office/drawing/2014/main" id="{92B2A222-1091-12A5-E931-21D25AB1C75B}"/>
              </a:ext>
            </a:extLst>
          </p:cNvPr>
          <p:cNvCxnSpPr/>
          <p:nvPr/>
        </p:nvCxnSpPr>
        <p:spPr>
          <a:xfrm flipH="1">
            <a:off x="5227421" y="2591872"/>
            <a:ext cx="448666" cy="2557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xão reta unidirecional 16">
            <a:extLst>
              <a:ext uri="{FF2B5EF4-FFF2-40B4-BE49-F238E27FC236}">
                <a16:creationId xmlns:a16="http://schemas.microsoft.com/office/drawing/2014/main" id="{1846E392-3981-3550-C15E-69538950ED1C}"/>
              </a:ext>
            </a:extLst>
          </p:cNvPr>
          <p:cNvCxnSpPr>
            <a:cxnSpLocks/>
          </p:cNvCxnSpPr>
          <p:nvPr/>
        </p:nvCxnSpPr>
        <p:spPr>
          <a:xfrm>
            <a:off x="5710573" y="2596799"/>
            <a:ext cx="467705" cy="2557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xão reta unidirecional 18">
            <a:extLst>
              <a:ext uri="{FF2B5EF4-FFF2-40B4-BE49-F238E27FC236}">
                <a16:creationId xmlns:a16="http://schemas.microsoft.com/office/drawing/2014/main" id="{63F52AC3-E2BF-0707-839A-F18900790FEE}"/>
              </a:ext>
            </a:extLst>
          </p:cNvPr>
          <p:cNvCxnSpPr/>
          <p:nvPr/>
        </p:nvCxnSpPr>
        <p:spPr>
          <a:xfrm>
            <a:off x="4586613" y="3524195"/>
            <a:ext cx="2225209" cy="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xão reta unidirecional 19">
            <a:extLst>
              <a:ext uri="{FF2B5EF4-FFF2-40B4-BE49-F238E27FC236}">
                <a16:creationId xmlns:a16="http://schemas.microsoft.com/office/drawing/2014/main" id="{D7428C34-21CA-5F91-8913-EC30F76448BE}"/>
              </a:ext>
            </a:extLst>
          </p:cNvPr>
          <p:cNvCxnSpPr/>
          <p:nvPr/>
        </p:nvCxnSpPr>
        <p:spPr>
          <a:xfrm>
            <a:off x="4591205" y="3322948"/>
            <a:ext cx="1" cy="192894"/>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xão reta unidirecional 20">
            <a:extLst>
              <a:ext uri="{FF2B5EF4-FFF2-40B4-BE49-F238E27FC236}">
                <a16:creationId xmlns:a16="http://schemas.microsoft.com/office/drawing/2014/main" id="{18C51E37-A0FB-63FF-77E1-37B2DCF76A88}"/>
              </a:ext>
            </a:extLst>
          </p:cNvPr>
          <p:cNvCxnSpPr>
            <a:cxnSpLocks/>
          </p:cNvCxnSpPr>
          <p:nvPr/>
        </p:nvCxnSpPr>
        <p:spPr>
          <a:xfrm>
            <a:off x="6808231" y="3322947"/>
            <a:ext cx="1" cy="192894"/>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xão reta unidirecional 21">
            <a:extLst>
              <a:ext uri="{FF2B5EF4-FFF2-40B4-BE49-F238E27FC236}">
                <a16:creationId xmlns:a16="http://schemas.microsoft.com/office/drawing/2014/main" id="{4CA9E23A-70DD-9C45-DB91-2A8C196E6384}"/>
              </a:ext>
            </a:extLst>
          </p:cNvPr>
          <p:cNvCxnSpPr/>
          <p:nvPr/>
        </p:nvCxnSpPr>
        <p:spPr>
          <a:xfrm>
            <a:off x="5690866" y="3530625"/>
            <a:ext cx="4427" cy="5572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Google Shape;416;p45">
            <a:extLst>
              <a:ext uri="{FF2B5EF4-FFF2-40B4-BE49-F238E27FC236}">
                <a16:creationId xmlns:a16="http://schemas.microsoft.com/office/drawing/2014/main" id="{0D28F0E6-AD55-4B09-EF05-16063A7756B6}"/>
              </a:ext>
            </a:extLst>
          </p:cNvPr>
          <p:cNvSpPr txBox="1"/>
          <p:nvPr/>
        </p:nvSpPr>
        <p:spPr>
          <a:xfrm flipH="1">
            <a:off x="5058176" y="3708704"/>
            <a:ext cx="605253" cy="171926"/>
          </a:xfrm>
          <a:prstGeom prst="rect">
            <a:avLst/>
          </a:prstGeom>
          <a:noFill/>
          <a:ln>
            <a:solidFill>
              <a:schemeClr val="bg1"/>
            </a:solidFill>
          </a:ln>
        </p:spPr>
        <p:txBody>
          <a:bodyPr spcFirstLastPara="1" wrap="square" lIns="91425" tIns="91425" rIns="91425" bIns="91425" anchor="ctr" anchorCtr="0">
            <a:noAutofit/>
          </a:bodyPr>
          <a:lstStyle/>
          <a:p>
            <a:pPr algn="ctr"/>
            <a:r>
              <a:rPr lang="en" sz="800" b="1">
                <a:solidFill>
                  <a:schemeClr val="dk1"/>
                </a:solidFill>
                <a:latin typeface="Poppins"/>
                <a:ea typeface="Poppins"/>
                <a:cs typeface="Poppins"/>
              </a:rPr>
              <a:t>Inputs</a:t>
            </a:r>
          </a:p>
        </p:txBody>
      </p:sp>
    </p:spTree>
    <p:extLst>
      <p:ext uri="{BB962C8B-B14F-4D97-AF65-F5344CB8AC3E}">
        <p14:creationId xmlns:p14="http://schemas.microsoft.com/office/powerpoint/2010/main" val="177620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a:extLst>
            <a:ext uri="{FF2B5EF4-FFF2-40B4-BE49-F238E27FC236}">
              <a16:creationId xmlns:a16="http://schemas.microsoft.com/office/drawing/2014/main" id="{EEE5B95D-662B-FE71-7CEF-3FB5B263D95D}"/>
            </a:ext>
          </a:extLst>
        </p:cNvPr>
        <p:cNvGrpSpPr/>
        <p:nvPr/>
      </p:nvGrpSpPr>
      <p:grpSpPr>
        <a:xfrm>
          <a:off x="0" y="0"/>
          <a:ext cx="0" cy="0"/>
          <a:chOff x="0" y="0"/>
          <a:chExt cx="0" cy="0"/>
        </a:xfrm>
      </p:grpSpPr>
      <p:sp>
        <p:nvSpPr>
          <p:cNvPr id="328" name="Google Shape;328;p38">
            <a:extLst>
              <a:ext uri="{FF2B5EF4-FFF2-40B4-BE49-F238E27FC236}">
                <a16:creationId xmlns:a16="http://schemas.microsoft.com/office/drawing/2014/main" id="{14B214C8-E666-1E85-86E9-02754D1E0158}"/>
              </a:ext>
            </a:extLst>
          </p:cNvPr>
          <p:cNvSpPr txBox="1">
            <a:spLocks noGrp="1"/>
          </p:cNvSpPr>
          <p:nvPr>
            <p:ph type="title"/>
          </p:nvPr>
        </p:nvSpPr>
        <p:spPr>
          <a:xfrm>
            <a:off x="1295067" y="326011"/>
            <a:ext cx="3802500" cy="628800"/>
          </a:xfrm>
          <a:prstGeom prst="rect">
            <a:avLst/>
          </a:prstGeom>
        </p:spPr>
        <p:txBody>
          <a:bodyPr spcFirstLastPara="1" wrap="square" lIns="91425" tIns="91425" rIns="91425" bIns="91425" anchor="b" anchorCtr="0">
            <a:noAutofit/>
          </a:bodyPr>
          <a:lstStyle/>
          <a:p>
            <a:r>
              <a:rPr lang="en"/>
              <a:t>Regressão Linear</a:t>
            </a:r>
            <a:endParaRPr/>
          </a:p>
        </p:txBody>
      </p:sp>
      <p:grpSp>
        <p:nvGrpSpPr>
          <p:cNvPr id="332" name="Google Shape;332;p38">
            <a:extLst>
              <a:ext uri="{FF2B5EF4-FFF2-40B4-BE49-F238E27FC236}">
                <a16:creationId xmlns:a16="http://schemas.microsoft.com/office/drawing/2014/main" id="{A2246868-BBA3-AF62-EE76-5466B826A1C2}"/>
              </a:ext>
            </a:extLst>
          </p:cNvPr>
          <p:cNvGrpSpPr/>
          <p:nvPr/>
        </p:nvGrpSpPr>
        <p:grpSpPr>
          <a:xfrm>
            <a:off x="1377525" y="4873025"/>
            <a:ext cx="8169300" cy="0"/>
            <a:chOff x="2220050" y="1547100"/>
            <a:chExt cx="8169300" cy="0"/>
          </a:xfrm>
        </p:grpSpPr>
        <p:cxnSp>
          <p:nvCxnSpPr>
            <p:cNvPr id="333" name="Google Shape;333;p38">
              <a:extLst>
                <a:ext uri="{FF2B5EF4-FFF2-40B4-BE49-F238E27FC236}">
                  <a16:creationId xmlns:a16="http://schemas.microsoft.com/office/drawing/2014/main" id="{69F5BF4E-AA6A-77E8-B6E2-354626FDBBC0}"/>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34" name="Google Shape;334;p38">
              <a:extLst>
                <a:ext uri="{FF2B5EF4-FFF2-40B4-BE49-F238E27FC236}">
                  <a16:creationId xmlns:a16="http://schemas.microsoft.com/office/drawing/2014/main" id="{24ECEFD2-A661-3C23-FEDF-C283D68DAFBF}"/>
                </a:ext>
              </a:extLst>
            </p:cNvPr>
            <p:cNvCxnSpPr/>
            <p:nvPr/>
          </p:nvCxnSpPr>
          <p:spPr>
            <a:xfrm>
              <a:off x="2684450" y="1547100"/>
              <a:ext cx="7704900" cy="0"/>
            </a:xfrm>
            <a:prstGeom prst="straightConnector1">
              <a:avLst/>
            </a:prstGeom>
            <a:noFill/>
            <a:ln w="9525" cap="flat" cmpd="sng">
              <a:solidFill>
                <a:schemeClr val="dk1"/>
              </a:solidFill>
              <a:prstDash val="solid"/>
              <a:round/>
              <a:headEnd type="none" w="med" len="med"/>
              <a:tailEnd type="none" w="med" len="med"/>
            </a:ln>
          </p:spPr>
        </p:cxnSp>
      </p:gr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CE992FE-32E7-1B25-F12A-A01C0B3B4DEC}"/>
                  </a:ext>
                </a:extLst>
              </p:cNvPr>
              <p:cNvSpPr txBox="1"/>
              <p:nvPr/>
            </p:nvSpPr>
            <p:spPr>
              <a:xfrm>
                <a:off x="1535293" y="2206522"/>
                <a:ext cx="3823336" cy="86543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PT" sz="2000" b="0" i="1" smtClean="0">
                          <a:latin typeface="Cambria Math" panose="02040503050406030204" pitchFamily="18" charset="0"/>
                        </a:rPr>
                        <m:t>𝐽</m:t>
                      </m:r>
                      <m:d>
                        <m:dPr>
                          <m:ctrlPr>
                            <a:rPr lang="pt-PT" sz="2000" b="0" i="1" smtClean="0">
                              <a:latin typeface="Cambria Math" panose="02040503050406030204" pitchFamily="18" charset="0"/>
                            </a:rPr>
                          </m:ctrlPr>
                        </m:dPr>
                        <m:e>
                          <m:sSub>
                            <m:sSubPr>
                              <m:ctrlPr>
                                <a:rPr lang="pt-PT" sz="2000" b="0" i="1" smtClean="0">
                                  <a:latin typeface="Cambria Math" panose="02040503050406030204" pitchFamily="18" charset="0"/>
                                </a:rPr>
                              </m:ctrlPr>
                            </m:sSubPr>
                            <m:e>
                              <m:r>
                                <a:rPr lang="pt-PT" sz="2000" b="0" i="1" smtClean="0">
                                  <a:latin typeface="Cambria Math" panose="02040503050406030204" pitchFamily="18" charset="0"/>
                                  <a:ea typeface="Cambria Math" panose="02040503050406030204" pitchFamily="18" charset="0"/>
                                </a:rPr>
                                <m:t>𝜃</m:t>
                              </m:r>
                            </m:e>
                            <m:sub>
                              <m:r>
                                <a:rPr lang="pt-PT" sz="2000" b="0" i="1" smtClean="0">
                                  <a:latin typeface="Cambria Math" panose="02040503050406030204" pitchFamily="18" charset="0"/>
                                </a:rPr>
                                <m:t>0</m:t>
                              </m:r>
                            </m:sub>
                          </m:sSub>
                          <m:r>
                            <a:rPr lang="pt-PT" sz="2000" b="0" i="1" smtClean="0">
                              <a:latin typeface="Cambria Math" panose="02040503050406030204" pitchFamily="18" charset="0"/>
                            </a:rPr>
                            <m:t>, </m:t>
                          </m:r>
                          <m:sSub>
                            <m:sSubPr>
                              <m:ctrlPr>
                                <a:rPr lang="pt-PT" sz="2000" i="1">
                                  <a:latin typeface="Cambria Math" panose="02040503050406030204" pitchFamily="18" charset="0"/>
                                </a:rPr>
                              </m:ctrlPr>
                            </m:sSubPr>
                            <m:e>
                              <m:r>
                                <a:rPr lang="pt-PT" sz="2000" b="0" i="1" smtClean="0">
                                  <a:latin typeface="Cambria Math" panose="02040503050406030204" pitchFamily="18" charset="0"/>
                                </a:rPr>
                                <m:t> </m:t>
                              </m:r>
                              <m:r>
                                <a:rPr lang="pt-PT" sz="2000" i="1">
                                  <a:latin typeface="Cambria Math" panose="02040503050406030204" pitchFamily="18" charset="0"/>
                                  <a:ea typeface="Cambria Math" panose="02040503050406030204" pitchFamily="18" charset="0"/>
                                </a:rPr>
                                <m:t>𝜃</m:t>
                              </m:r>
                            </m:e>
                            <m:sub>
                              <m:r>
                                <a:rPr lang="pt-PT" sz="2000" b="0" i="1" smtClean="0">
                                  <a:latin typeface="Cambria Math" panose="02040503050406030204" pitchFamily="18" charset="0"/>
                                  <a:ea typeface="Cambria Math" panose="02040503050406030204" pitchFamily="18" charset="0"/>
                                </a:rPr>
                                <m:t>1</m:t>
                              </m:r>
                            </m:sub>
                          </m:sSub>
                          <m:r>
                            <a:rPr lang="pt-PT" sz="2000" b="0" i="1" smtClean="0">
                              <a:latin typeface="Cambria Math" panose="02040503050406030204" pitchFamily="18" charset="0"/>
                            </a:rPr>
                            <m:t>, …</m:t>
                          </m:r>
                        </m:e>
                      </m:d>
                      <m:r>
                        <a:rPr lang="pt-PT" sz="2000" b="0" i="1" smtClean="0">
                          <a:latin typeface="Cambria Math" panose="02040503050406030204" pitchFamily="18" charset="0"/>
                        </a:rPr>
                        <m:t>= </m:t>
                      </m:r>
                      <m:nary>
                        <m:naryPr>
                          <m:chr m:val="∑"/>
                          <m:ctrlPr>
                            <a:rPr lang="pt-PT" sz="2000" b="0" i="1" smtClean="0">
                              <a:latin typeface="Cambria Math" panose="02040503050406030204" pitchFamily="18" charset="0"/>
                            </a:rPr>
                          </m:ctrlPr>
                        </m:naryPr>
                        <m:sub>
                          <m:r>
                            <m:rPr>
                              <m:brk m:alnAt="23"/>
                            </m:rPr>
                            <a:rPr lang="pt-PT" sz="2000" b="0" i="1" smtClean="0">
                              <a:latin typeface="Cambria Math" panose="02040503050406030204" pitchFamily="18" charset="0"/>
                            </a:rPr>
                            <m:t>𝑛</m:t>
                          </m:r>
                          <m:r>
                            <a:rPr lang="pt-PT" sz="2000" b="0" i="1" smtClean="0">
                              <a:latin typeface="Cambria Math" panose="02040503050406030204" pitchFamily="18" charset="0"/>
                            </a:rPr>
                            <m:t>=1</m:t>
                          </m:r>
                        </m:sub>
                        <m:sup>
                          <m:r>
                            <a:rPr lang="pt-PT" sz="2000" b="0" i="1" smtClean="0">
                              <a:latin typeface="Cambria Math" panose="02040503050406030204" pitchFamily="18" charset="0"/>
                            </a:rPr>
                            <m:t>𝑁</m:t>
                          </m:r>
                        </m:sup>
                        <m:e>
                          <m:r>
                            <a:rPr lang="pt-PT" sz="2000" b="0" i="1" smtClean="0">
                              <a:latin typeface="Cambria Math" panose="02040503050406030204" pitchFamily="18" charset="0"/>
                            </a:rPr>
                            <m:t>(</m:t>
                          </m:r>
                          <m:sSup>
                            <m:sSupPr>
                              <m:ctrlPr>
                                <a:rPr lang="pt-PT" sz="2000" b="0" i="1" smtClean="0">
                                  <a:latin typeface="Cambria Math" panose="02040503050406030204" pitchFamily="18" charset="0"/>
                                </a:rPr>
                              </m:ctrlPr>
                            </m:sSupPr>
                            <m:e>
                              <m:sSub>
                                <m:sSubPr>
                                  <m:ctrlPr>
                                    <a:rPr lang="pt-PT" sz="2000" i="1">
                                      <a:latin typeface="Cambria Math" panose="02040503050406030204" pitchFamily="18" charset="0"/>
                                    </a:rPr>
                                  </m:ctrlPr>
                                </m:sSubPr>
                                <m:e>
                                  <m:r>
                                    <a:rPr lang="pt-PT" sz="2000" i="1">
                                      <a:latin typeface="Cambria Math" panose="02040503050406030204" pitchFamily="18" charset="0"/>
                                    </a:rPr>
                                    <m:t>𝑦</m:t>
                                  </m:r>
                                </m:e>
                                <m:sub>
                                  <m:r>
                                    <a:rPr lang="pt-PT" sz="2000" i="1">
                                      <a:latin typeface="Cambria Math" panose="02040503050406030204" pitchFamily="18" charset="0"/>
                                    </a:rPr>
                                    <m:t>𝑛</m:t>
                                  </m:r>
                                </m:sub>
                              </m:sSub>
                              <m:r>
                                <a:rPr lang="pt-PT" sz="2000" i="1">
                                  <a:latin typeface="Cambria Math" panose="02040503050406030204" pitchFamily="18" charset="0"/>
                                </a:rPr>
                                <m:t> </m:t>
                              </m:r>
                              <m:r>
                                <a:rPr lang="pt-PT" sz="2000" i="1">
                                  <a:latin typeface="Cambria Math" panose="02040503050406030204" pitchFamily="18" charset="0"/>
                                  <a:ea typeface="Cambria Math" panose="02040503050406030204" pitchFamily="18" charset="0"/>
                                </a:rPr>
                                <m:t>−</m:t>
                              </m:r>
                              <m:sSub>
                                <m:sSubPr>
                                  <m:ctrlPr>
                                    <a:rPr lang="pt-PT" sz="2000" i="1">
                                      <a:latin typeface="Cambria Math" panose="02040503050406030204" pitchFamily="18" charset="0"/>
                                    </a:rPr>
                                  </m:ctrlPr>
                                </m:sSubPr>
                                <m:e>
                                  <m:r>
                                    <a:rPr lang="pt-PT" sz="2000" i="1">
                                      <a:latin typeface="Cambria Math" panose="02040503050406030204" pitchFamily="18" charset="0"/>
                                      <a:ea typeface="Cambria Math" panose="02040503050406030204" pitchFamily="18" charset="0"/>
                                    </a:rPr>
                                    <m:t>𝜃</m:t>
                                  </m:r>
                                </m:e>
                                <m:sub>
                                  <m:r>
                                    <a:rPr lang="pt-PT" sz="2000" i="1">
                                      <a:latin typeface="Cambria Math" panose="02040503050406030204" pitchFamily="18" charset="0"/>
                                      <a:ea typeface="Cambria Math" panose="02040503050406030204" pitchFamily="18" charset="0"/>
                                    </a:rPr>
                                    <m:t>𝑛</m:t>
                                  </m:r>
                                </m:sub>
                              </m:sSub>
                              <m:sSub>
                                <m:sSubPr>
                                  <m:ctrlPr>
                                    <a:rPr lang="pt-PT" sz="2000" i="1">
                                      <a:latin typeface="Cambria Math" panose="02040503050406030204" pitchFamily="18" charset="0"/>
                                    </a:rPr>
                                  </m:ctrlPr>
                                </m:sSubPr>
                                <m:e>
                                  <m:r>
                                    <a:rPr lang="pt-PT" sz="2000" i="1">
                                      <a:latin typeface="Cambria Math" panose="02040503050406030204" pitchFamily="18" charset="0"/>
                                    </a:rPr>
                                    <m:t> </m:t>
                                  </m:r>
                                  <m:r>
                                    <a:rPr lang="pt-PT" sz="2000" i="1">
                                      <a:latin typeface="Cambria Math" panose="02040503050406030204" pitchFamily="18" charset="0"/>
                                    </a:rPr>
                                    <m:t>𝑥</m:t>
                                  </m:r>
                                </m:e>
                                <m:sub>
                                  <m:r>
                                    <a:rPr lang="pt-PT" sz="2000" i="1">
                                      <a:latin typeface="Cambria Math" panose="02040503050406030204" pitchFamily="18" charset="0"/>
                                      <a:ea typeface="Cambria Math" panose="02040503050406030204" pitchFamily="18" charset="0"/>
                                    </a:rPr>
                                    <m:t>𝑛</m:t>
                                  </m:r>
                                </m:sub>
                              </m:sSub>
                              <m:r>
                                <a:rPr lang="pt-PT" sz="2000" b="0" i="1" smtClean="0">
                                  <a:latin typeface="Cambria Math" panose="02040503050406030204" pitchFamily="18" charset="0"/>
                                  <a:ea typeface="Cambria Math" panose="02040503050406030204" pitchFamily="18" charset="0"/>
                                </a:rPr>
                                <m:t>)</m:t>
                              </m:r>
                            </m:e>
                            <m:sup>
                              <m:r>
                                <a:rPr lang="pt-PT" sz="2000" b="0" i="1" smtClean="0">
                                  <a:latin typeface="Cambria Math" panose="02040503050406030204" pitchFamily="18" charset="0"/>
                                </a:rPr>
                                <m:t>2</m:t>
                              </m:r>
                            </m:sup>
                          </m:sSup>
                        </m:e>
                      </m:nary>
                    </m:oMath>
                  </m:oMathPara>
                </a14:m>
                <a:endParaRPr lang="pt-PT" sz="2000"/>
              </a:p>
            </p:txBody>
          </p:sp>
        </mc:Choice>
        <mc:Fallback>
          <p:sp>
            <p:nvSpPr>
              <p:cNvPr id="5" name="TextBox 4">
                <a:extLst>
                  <a:ext uri="{FF2B5EF4-FFF2-40B4-BE49-F238E27FC236}">
                    <a16:creationId xmlns:a16="http://schemas.microsoft.com/office/drawing/2014/main" id="{FCE992FE-32E7-1B25-F12A-A01C0B3B4DEC}"/>
                  </a:ext>
                </a:extLst>
              </p:cNvPr>
              <p:cNvSpPr txBox="1">
                <a:spLocks noRot="1" noChangeAspect="1" noMove="1" noResize="1" noEditPoints="1" noAdjustHandles="1" noChangeArrowheads="1" noChangeShapeType="1" noTextEdit="1"/>
              </p:cNvSpPr>
              <p:nvPr/>
            </p:nvSpPr>
            <p:spPr>
              <a:xfrm>
                <a:off x="1535293" y="2206522"/>
                <a:ext cx="3823336" cy="865430"/>
              </a:xfrm>
              <a:prstGeom prst="rect">
                <a:avLst/>
              </a:prstGeom>
              <a:blipFill>
                <a:blip r:embed="rId3"/>
                <a:stretch>
                  <a:fillRect/>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0D3A1740-06D5-9B79-B5DE-7F6C9BCB26C2}"/>
              </a:ext>
            </a:extLst>
          </p:cNvPr>
          <p:cNvGrpSpPr/>
          <p:nvPr/>
        </p:nvGrpSpPr>
        <p:grpSpPr>
          <a:xfrm>
            <a:off x="5977524" y="1964797"/>
            <a:ext cx="2572996" cy="2359408"/>
            <a:chOff x="1676397" y="2635292"/>
            <a:chExt cx="2165500" cy="1985738"/>
          </a:xfrm>
        </p:grpSpPr>
        <p:grpSp>
          <p:nvGrpSpPr>
            <p:cNvPr id="8" name="Google Shape;661;p54">
              <a:extLst>
                <a:ext uri="{FF2B5EF4-FFF2-40B4-BE49-F238E27FC236}">
                  <a16:creationId xmlns:a16="http://schemas.microsoft.com/office/drawing/2014/main" id="{7BC534AF-42F8-0BBB-E942-139AA28316BF}"/>
                </a:ext>
              </a:extLst>
            </p:cNvPr>
            <p:cNvGrpSpPr/>
            <p:nvPr/>
          </p:nvGrpSpPr>
          <p:grpSpPr>
            <a:xfrm>
              <a:off x="1676397" y="2635292"/>
              <a:ext cx="1985740" cy="1985738"/>
              <a:chOff x="5681300" y="2527788"/>
              <a:chExt cx="805801" cy="805800"/>
            </a:xfrm>
          </p:grpSpPr>
          <p:sp>
            <p:nvSpPr>
              <p:cNvPr id="9" name="Google Shape;662;p54">
                <a:extLst>
                  <a:ext uri="{FF2B5EF4-FFF2-40B4-BE49-F238E27FC236}">
                    <a16:creationId xmlns:a16="http://schemas.microsoft.com/office/drawing/2014/main" id="{A91367E1-CDE8-AB8B-17EC-9D8E20387FF8}"/>
                  </a:ext>
                </a:extLst>
              </p:cNvPr>
              <p:cNvSpPr/>
              <p:nvPr/>
            </p:nvSpPr>
            <p:spPr>
              <a:xfrm>
                <a:off x="5681300" y="2527788"/>
                <a:ext cx="805800" cy="805800"/>
              </a:xfrm>
              <a:prstGeom prst="ellipse">
                <a:avLst/>
              </a:prstGeom>
              <a:noFill/>
              <a:ln w="9525" cap="flat" cmpd="sng">
                <a:solidFill>
                  <a:srgbClr val="3749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63;p54">
                <a:extLst>
                  <a:ext uri="{FF2B5EF4-FFF2-40B4-BE49-F238E27FC236}">
                    <a16:creationId xmlns:a16="http://schemas.microsoft.com/office/drawing/2014/main" id="{2EDA3089-406D-2470-CA1F-DE8801FE0E7F}"/>
                  </a:ext>
                </a:extLst>
              </p:cNvPr>
              <p:cNvSpPr/>
              <p:nvPr/>
            </p:nvSpPr>
            <p:spPr>
              <a:xfrm>
                <a:off x="5681301" y="2527788"/>
                <a:ext cx="805800" cy="805800"/>
              </a:xfrm>
              <a:prstGeom prst="pie">
                <a:avLst>
                  <a:gd name="adj1" fmla="val 846372"/>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247;p32">
              <a:extLst>
                <a:ext uri="{FF2B5EF4-FFF2-40B4-BE49-F238E27FC236}">
                  <a16:creationId xmlns:a16="http://schemas.microsoft.com/office/drawing/2014/main" id="{EBCDF923-BC3E-321B-B35D-A3D9AB4E5876}"/>
                </a:ext>
              </a:extLst>
            </p:cNvPr>
            <p:cNvSpPr txBox="1">
              <a:spLocks/>
            </p:cNvSpPr>
            <p:nvPr/>
          </p:nvSpPr>
          <p:spPr>
            <a:xfrm>
              <a:off x="2822308" y="3161399"/>
              <a:ext cx="1019589" cy="4057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Poppins"/>
                <a:buNone/>
                <a:defRPr sz="20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9pPr>
            </a:lstStyle>
            <a:p>
              <a:pPr marL="0" indent="0"/>
              <a:r>
                <a:rPr lang="pt-PT" b="1">
                  <a:solidFill>
                    <a:srgbClr val="667E92"/>
                  </a:solidFill>
                  <a:latin typeface="+mj-lt"/>
                </a:rPr>
                <a:t>30%</a:t>
              </a:r>
            </a:p>
          </p:txBody>
        </p:sp>
        <p:sp>
          <p:nvSpPr>
            <p:cNvPr id="15" name="Google Shape;247;p32">
              <a:extLst>
                <a:ext uri="{FF2B5EF4-FFF2-40B4-BE49-F238E27FC236}">
                  <a16:creationId xmlns:a16="http://schemas.microsoft.com/office/drawing/2014/main" id="{995498AE-72FD-FAFE-805E-08D3BB221869}"/>
                </a:ext>
              </a:extLst>
            </p:cNvPr>
            <p:cNvSpPr txBox="1">
              <a:spLocks/>
            </p:cNvSpPr>
            <p:nvPr/>
          </p:nvSpPr>
          <p:spPr>
            <a:xfrm>
              <a:off x="2039568" y="3853796"/>
              <a:ext cx="1019589" cy="4057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Poppins"/>
                <a:buNone/>
                <a:defRPr sz="20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0"/>
                </a:spcBef>
                <a:spcAft>
                  <a:spcPts val="0"/>
                </a:spcAft>
                <a:buClr>
                  <a:schemeClr val="dk1"/>
                </a:buClr>
                <a:buSzPts val="2400"/>
                <a:buFont typeface="Poppins"/>
                <a:buNone/>
                <a:defRPr sz="2400" b="0" i="0" u="none" strike="noStrike" cap="none">
                  <a:solidFill>
                    <a:schemeClr val="dk1"/>
                  </a:solidFill>
                  <a:latin typeface="Poppins"/>
                  <a:ea typeface="Poppins"/>
                  <a:cs typeface="Poppins"/>
                  <a:sym typeface="Poppins"/>
                </a:defRPr>
              </a:lvl9pPr>
            </a:lstStyle>
            <a:p>
              <a:pPr marL="0" indent="0"/>
              <a:r>
                <a:rPr lang="pt-PT" b="1">
                  <a:solidFill>
                    <a:schemeClr val="bg1"/>
                  </a:solidFill>
                  <a:latin typeface="+mj-lt"/>
                </a:rPr>
                <a:t>70%</a:t>
              </a:r>
            </a:p>
          </p:txBody>
        </p:sp>
      </p:grpSp>
      <p:grpSp>
        <p:nvGrpSpPr>
          <p:cNvPr id="43" name="Group 42">
            <a:extLst>
              <a:ext uri="{FF2B5EF4-FFF2-40B4-BE49-F238E27FC236}">
                <a16:creationId xmlns:a16="http://schemas.microsoft.com/office/drawing/2014/main" id="{4BF24D2E-930C-26D4-44CA-4D8A6D5C9DD4}"/>
              </a:ext>
            </a:extLst>
          </p:cNvPr>
          <p:cNvGrpSpPr/>
          <p:nvPr/>
        </p:nvGrpSpPr>
        <p:grpSpPr>
          <a:xfrm>
            <a:off x="5878806" y="1296546"/>
            <a:ext cx="2757757" cy="523220"/>
            <a:chOff x="5754031" y="1273354"/>
            <a:chExt cx="2757757" cy="523220"/>
          </a:xfrm>
        </p:grpSpPr>
        <p:sp>
          <p:nvSpPr>
            <p:cNvPr id="38" name="TextBox 37">
              <a:extLst>
                <a:ext uri="{FF2B5EF4-FFF2-40B4-BE49-F238E27FC236}">
                  <a16:creationId xmlns:a16="http://schemas.microsoft.com/office/drawing/2014/main" id="{E01F0CE1-3A6E-655F-20C9-8D30915E54D7}"/>
                </a:ext>
              </a:extLst>
            </p:cNvPr>
            <p:cNvSpPr txBox="1"/>
            <p:nvPr/>
          </p:nvSpPr>
          <p:spPr>
            <a:xfrm>
              <a:off x="5951468" y="1273354"/>
              <a:ext cx="2560320" cy="523220"/>
            </a:xfrm>
            <a:prstGeom prst="rect">
              <a:avLst/>
            </a:prstGeom>
            <a:noFill/>
          </p:spPr>
          <p:txBody>
            <a:bodyPr wrap="square" rtlCol="0">
              <a:spAutoFit/>
            </a:bodyPr>
            <a:lstStyle/>
            <a:p>
              <a:r>
                <a:rPr lang="pt-PT" b="1"/>
                <a:t>Concatenação dos sets </a:t>
              </a:r>
            </a:p>
            <a:p>
              <a:r>
                <a:rPr lang="pt-PT" b="1"/>
                <a:t>de validação e teste</a:t>
              </a:r>
            </a:p>
          </p:txBody>
        </p:sp>
        <p:sp>
          <p:nvSpPr>
            <p:cNvPr id="39" name="Google Shape;767;p54">
              <a:extLst>
                <a:ext uri="{FF2B5EF4-FFF2-40B4-BE49-F238E27FC236}">
                  <a16:creationId xmlns:a16="http://schemas.microsoft.com/office/drawing/2014/main" id="{278B878A-3D7A-2AA2-1CA6-2AAC454876AC}"/>
                </a:ext>
              </a:extLst>
            </p:cNvPr>
            <p:cNvSpPr/>
            <p:nvPr/>
          </p:nvSpPr>
          <p:spPr>
            <a:xfrm>
              <a:off x="5754031" y="1418385"/>
              <a:ext cx="197437" cy="233157"/>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5818E"/>
                </a:solidFill>
              </a:endParaRPr>
            </a:p>
          </p:txBody>
        </p:sp>
      </p:grpSp>
      <p:grpSp>
        <p:nvGrpSpPr>
          <p:cNvPr id="42" name="Group 41">
            <a:extLst>
              <a:ext uri="{FF2B5EF4-FFF2-40B4-BE49-F238E27FC236}">
                <a16:creationId xmlns:a16="http://schemas.microsoft.com/office/drawing/2014/main" id="{D466B249-50F7-2252-29B4-1534F3475609}"/>
              </a:ext>
            </a:extLst>
          </p:cNvPr>
          <p:cNvGrpSpPr/>
          <p:nvPr/>
        </p:nvGrpSpPr>
        <p:grpSpPr>
          <a:xfrm>
            <a:off x="2253018" y="1324999"/>
            <a:ext cx="2928582" cy="523220"/>
            <a:chOff x="1533473" y="3362586"/>
            <a:chExt cx="2928582" cy="523220"/>
          </a:xfrm>
        </p:grpSpPr>
        <p:sp>
          <p:nvSpPr>
            <p:cNvPr id="40" name="TextBox 39">
              <a:extLst>
                <a:ext uri="{FF2B5EF4-FFF2-40B4-BE49-F238E27FC236}">
                  <a16:creationId xmlns:a16="http://schemas.microsoft.com/office/drawing/2014/main" id="{47D811C1-3868-3988-FC1C-B10457D51E3A}"/>
                </a:ext>
              </a:extLst>
            </p:cNvPr>
            <p:cNvSpPr txBox="1"/>
            <p:nvPr/>
          </p:nvSpPr>
          <p:spPr>
            <a:xfrm>
              <a:off x="1730910" y="3362586"/>
              <a:ext cx="2731145" cy="523220"/>
            </a:xfrm>
            <a:prstGeom prst="rect">
              <a:avLst/>
            </a:prstGeom>
            <a:noFill/>
          </p:spPr>
          <p:txBody>
            <a:bodyPr wrap="square" rtlCol="0">
              <a:spAutoFit/>
            </a:bodyPr>
            <a:lstStyle/>
            <a:p>
              <a:r>
                <a:rPr lang="pt-PT" b="1"/>
                <a:t>Método dos Mínimos Quadrados Ordinários</a:t>
              </a:r>
            </a:p>
          </p:txBody>
        </p:sp>
        <p:sp>
          <p:nvSpPr>
            <p:cNvPr id="41" name="Google Shape;767;p54">
              <a:extLst>
                <a:ext uri="{FF2B5EF4-FFF2-40B4-BE49-F238E27FC236}">
                  <a16:creationId xmlns:a16="http://schemas.microsoft.com/office/drawing/2014/main" id="{209D777D-594B-A0C1-9BFA-71C38E990401}"/>
                </a:ext>
              </a:extLst>
            </p:cNvPr>
            <p:cNvSpPr/>
            <p:nvPr/>
          </p:nvSpPr>
          <p:spPr>
            <a:xfrm>
              <a:off x="1533473" y="3507617"/>
              <a:ext cx="197437" cy="233157"/>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tx1"/>
            </a:solidFill>
            <a:ln w="952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5818E"/>
                </a:solidFill>
              </a:endParaRPr>
            </a:p>
          </p:txBody>
        </p:sp>
      </p:grpSp>
    </p:spTree>
    <p:extLst>
      <p:ext uri="{BB962C8B-B14F-4D97-AF65-F5344CB8AC3E}">
        <p14:creationId xmlns:p14="http://schemas.microsoft.com/office/powerpoint/2010/main" val="1640781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a:extLst>
            <a:ext uri="{FF2B5EF4-FFF2-40B4-BE49-F238E27FC236}">
              <a16:creationId xmlns:a16="http://schemas.microsoft.com/office/drawing/2014/main" id="{2A04E809-5C58-847B-5CDD-4BAC6D037742}"/>
            </a:ext>
          </a:extLst>
        </p:cNvPr>
        <p:cNvGrpSpPr/>
        <p:nvPr/>
      </p:nvGrpSpPr>
      <p:grpSpPr>
        <a:xfrm>
          <a:off x="0" y="0"/>
          <a:ext cx="0" cy="0"/>
          <a:chOff x="0" y="0"/>
          <a:chExt cx="0" cy="0"/>
        </a:xfrm>
      </p:grpSpPr>
      <p:sp>
        <p:nvSpPr>
          <p:cNvPr id="328" name="Google Shape;328;p38">
            <a:extLst>
              <a:ext uri="{FF2B5EF4-FFF2-40B4-BE49-F238E27FC236}">
                <a16:creationId xmlns:a16="http://schemas.microsoft.com/office/drawing/2014/main" id="{887859DF-38D2-3FEB-BF80-DB170C62782B}"/>
              </a:ext>
            </a:extLst>
          </p:cNvPr>
          <p:cNvSpPr txBox="1">
            <a:spLocks noGrp="1"/>
          </p:cNvSpPr>
          <p:nvPr>
            <p:ph type="title"/>
          </p:nvPr>
        </p:nvSpPr>
        <p:spPr>
          <a:xfrm>
            <a:off x="3767378" y="523720"/>
            <a:ext cx="4751048" cy="628800"/>
          </a:xfrm>
          <a:prstGeom prst="rect">
            <a:avLst/>
          </a:prstGeom>
        </p:spPr>
        <p:txBody>
          <a:bodyPr spcFirstLastPara="1" wrap="square" lIns="91425" tIns="91425" rIns="91425" bIns="91425" anchor="b" anchorCtr="0">
            <a:noAutofit/>
          </a:bodyPr>
          <a:lstStyle/>
          <a:p>
            <a:r>
              <a:rPr lang="en"/>
              <a:t>Support Vector Machine</a:t>
            </a:r>
            <a:endParaRPr/>
          </a:p>
        </p:txBody>
      </p:sp>
      <p:grpSp>
        <p:nvGrpSpPr>
          <p:cNvPr id="332" name="Google Shape;332;p38">
            <a:extLst>
              <a:ext uri="{FF2B5EF4-FFF2-40B4-BE49-F238E27FC236}">
                <a16:creationId xmlns:a16="http://schemas.microsoft.com/office/drawing/2014/main" id="{85E5D775-118E-5F94-25B6-2981778617FE}"/>
              </a:ext>
            </a:extLst>
          </p:cNvPr>
          <p:cNvGrpSpPr/>
          <p:nvPr/>
        </p:nvGrpSpPr>
        <p:grpSpPr>
          <a:xfrm>
            <a:off x="1377525" y="4873025"/>
            <a:ext cx="8169300" cy="0"/>
            <a:chOff x="2220050" y="1547100"/>
            <a:chExt cx="8169300" cy="0"/>
          </a:xfrm>
        </p:grpSpPr>
        <p:cxnSp>
          <p:nvCxnSpPr>
            <p:cNvPr id="333" name="Google Shape;333;p38">
              <a:extLst>
                <a:ext uri="{FF2B5EF4-FFF2-40B4-BE49-F238E27FC236}">
                  <a16:creationId xmlns:a16="http://schemas.microsoft.com/office/drawing/2014/main" id="{9B39B769-E672-41A1-10ED-8E48A9BE128C}"/>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34" name="Google Shape;334;p38">
              <a:extLst>
                <a:ext uri="{FF2B5EF4-FFF2-40B4-BE49-F238E27FC236}">
                  <a16:creationId xmlns:a16="http://schemas.microsoft.com/office/drawing/2014/main" id="{4465360D-4903-6569-82AC-60D5B702A577}"/>
                </a:ext>
              </a:extLst>
            </p:cNvPr>
            <p:cNvCxnSpPr/>
            <p:nvPr/>
          </p:nvCxnSpPr>
          <p:spPr>
            <a:xfrm>
              <a:off x="2684450" y="1547100"/>
              <a:ext cx="7704900" cy="0"/>
            </a:xfrm>
            <a:prstGeom prst="straightConnector1">
              <a:avLst/>
            </a:prstGeom>
            <a:noFill/>
            <a:ln w="9525" cap="flat" cmpd="sng">
              <a:solidFill>
                <a:schemeClr val="dk1"/>
              </a:solidFill>
              <a:prstDash val="solid"/>
              <a:round/>
              <a:headEnd type="none" w="med" len="med"/>
              <a:tailEnd type="none" w="med" len="med"/>
            </a:ln>
          </p:spPr>
        </p:cxnSp>
      </p:grpSp>
      <p:cxnSp>
        <p:nvCxnSpPr>
          <p:cNvPr id="20" name="Google Shape;431;p45">
            <a:extLst>
              <a:ext uri="{FF2B5EF4-FFF2-40B4-BE49-F238E27FC236}">
                <a16:creationId xmlns:a16="http://schemas.microsoft.com/office/drawing/2014/main" id="{AE5F5EFD-E500-F9E5-F493-D7543CC5D9E0}"/>
              </a:ext>
            </a:extLst>
          </p:cNvPr>
          <p:cNvCxnSpPr>
            <a:stCxn id="23" idx="2"/>
            <a:endCxn id="6" idx="0"/>
          </p:cNvCxnSpPr>
          <p:nvPr/>
        </p:nvCxnSpPr>
        <p:spPr>
          <a:xfrm flipH="1">
            <a:off x="4927774" y="1627711"/>
            <a:ext cx="14" cy="422969"/>
          </a:xfrm>
          <a:prstGeom prst="straightConnector1">
            <a:avLst/>
          </a:prstGeom>
          <a:noFill/>
          <a:ln w="9525" cap="flat" cmpd="sng">
            <a:solidFill>
              <a:schemeClr val="dk1"/>
            </a:solidFill>
            <a:prstDash val="solid"/>
            <a:round/>
            <a:headEnd type="none" w="med" len="med"/>
            <a:tailEnd type="none" w="med" len="med"/>
          </a:ln>
        </p:spPr>
      </p:cxnSp>
      <p:grpSp>
        <p:nvGrpSpPr>
          <p:cNvPr id="36" name="Group 35">
            <a:extLst>
              <a:ext uri="{FF2B5EF4-FFF2-40B4-BE49-F238E27FC236}">
                <a16:creationId xmlns:a16="http://schemas.microsoft.com/office/drawing/2014/main" id="{F8C27129-88EA-335E-6BBB-2F618095BE44}"/>
              </a:ext>
            </a:extLst>
          </p:cNvPr>
          <p:cNvGrpSpPr/>
          <p:nvPr/>
        </p:nvGrpSpPr>
        <p:grpSpPr>
          <a:xfrm>
            <a:off x="1636075" y="1496905"/>
            <a:ext cx="6586350" cy="1595863"/>
            <a:chOff x="2080654" y="2871710"/>
            <a:chExt cx="5740150" cy="1390830"/>
          </a:xfrm>
        </p:grpSpPr>
        <p:sp>
          <p:nvSpPr>
            <p:cNvPr id="2" name="Google Shape;415;p45">
              <a:extLst>
                <a:ext uri="{FF2B5EF4-FFF2-40B4-BE49-F238E27FC236}">
                  <a16:creationId xmlns:a16="http://schemas.microsoft.com/office/drawing/2014/main" id="{9D49200E-D050-72AC-88A7-5D28C4281468}"/>
                </a:ext>
              </a:extLst>
            </p:cNvPr>
            <p:cNvSpPr/>
            <p:nvPr/>
          </p:nvSpPr>
          <p:spPr>
            <a:xfrm>
              <a:off x="2754654" y="2871710"/>
              <a:ext cx="464400" cy="11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416;p45">
              <a:extLst>
                <a:ext uri="{FF2B5EF4-FFF2-40B4-BE49-F238E27FC236}">
                  <a16:creationId xmlns:a16="http://schemas.microsoft.com/office/drawing/2014/main" id="{8033B167-F858-FDF0-8342-470317EEEE78}"/>
                </a:ext>
              </a:extLst>
            </p:cNvPr>
            <p:cNvSpPr txBox="1"/>
            <p:nvPr/>
          </p:nvSpPr>
          <p:spPr>
            <a:xfrm flipH="1">
              <a:off x="2080654" y="3354337"/>
              <a:ext cx="1812300" cy="46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Poppins"/>
                  <a:ea typeface="Poppins"/>
                  <a:cs typeface="Poppins"/>
                  <a:sym typeface="Poppins"/>
                </a:rPr>
                <a:t>Passo 1</a:t>
              </a:r>
              <a:endParaRPr sz="2000">
                <a:solidFill>
                  <a:schemeClr val="dk1"/>
                </a:solidFill>
                <a:latin typeface="Poppins"/>
                <a:ea typeface="Poppins"/>
                <a:cs typeface="Poppins"/>
                <a:sym typeface="Poppins"/>
              </a:endParaRPr>
            </a:p>
          </p:txBody>
        </p:sp>
        <p:sp>
          <p:nvSpPr>
            <p:cNvPr id="4" name="Google Shape;417;p45">
              <a:extLst>
                <a:ext uri="{FF2B5EF4-FFF2-40B4-BE49-F238E27FC236}">
                  <a16:creationId xmlns:a16="http://schemas.microsoft.com/office/drawing/2014/main" id="{490D9CB6-A387-D831-D158-9DFAA4BD1A20}"/>
                </a:ext>
              </a:extLst>
            </p:cNvPr>
            <p:cNvSpPr txBox="1"/>
            <p:nvPr/>
          </p:nvSpPr>
          <p:spPr>
            <a:xfrm flipH="1">
              <a:off x="2080704" y="3744436"/>
              <a:ext cx="1812300" cy="51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Definir a grelha de parâmetros</a:t>
              </a:r>
              <a:endParaRPr sz="1200">
                <a:solidFill>
                  <a:schemeClr val="dk1"/>
                </a:solidFill>
                <a:latin typeface="Poppins"/>
                <a:ea typeface="Poppins"/>
                <a:cs typeface="Poppins"/>
                <a:sym typeface="Poppins"/>
              </a:endParaRPr>
            </a:p>
          </p:txBody>
        </p:sp>
        <p:sp>
          <p:nvSpPr>
            <p:cNvPr id="6" name="Google Shape;418;p45">
              <a:extLst>
                <a:ext uri="{FF2B5EF4-FFF2-40B4-BE49-F238E27FC236}">
                  <a16:creationId xmlns:a16="http://schemas.microsoft.com/office/drawing/2014/main" id="{7EB45DBD-4BBD-28A7-0041-F04B485D85D8}"/>
                </a:ext>
              </a:extLst>
            </p:cNvPr>
            <p:cNvSpPr txBox="1"/>
            <p:nvPr/>
          </p:nvSpPr>
          <p:spPr>
            <a:xfrm flipH="1">
              <a:off x="4043293" y="3354337"/>
              <a:ext cx="1812300" cy="46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Poppins"/>
                  <a:ea typeface="Poppins"/>
                  <a:cs typeface="Poppins"/>
                  <a:sym typeface="Poppins"/>
                </a:rPr>
                <a:t>Passo 2</a:t>
              </a:r>
              <a:endParaRPr sz="2000">
                <a:solidFill>
                  <a:schemeClr val="dk1"/>
                </a:solidFill>
                <a:latin typeface="Poppins"/>
                <a:ea typeface="Poppins"/>
                <a:cs typeface="Poppins"/>
                <a:sym typeface="Poppins"/>
              </a:endParaRPr>
            </a:p>
          </p:txBody>
        </p:sp>
        <p:sp>
          <p:nvSpPr>
            <p:cNvPr id="7" name="Google Shape;419;p45">
              <a:extLst>
                <a:ext uri="{FF2B5EF4-FFF2-40B4-BE49-F238E27FC236}">
                  <a16:creationId xmlns:a16="http://schemas.microsoft.com/office/drawing/2014/main" id="{A6D1DEE6-0145-F1A9-1BFC-06D23BCE75E7}"/>
                </a:ext>
              </a:extLst>
            </p:cNvPr>
            <p:cNvSpPr txBox="1"/>
            <p:nvPr/>
          </p:nvSpPr>
          <p:spPr>
            <a:xfrm flipH="1">
              <a:off x="4044604" y="3744440"/>
              <a:ext cx="1812300" cy="51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Tunning dos hiperparâmetros</a:t>
              </a:r>
              <a:endParaRPr sz="1200">
                <a:solidFill>
                  <a:schemeClr val="dk1"/>
                </a:solidFill>
                <a:latin typeface="Poppins"/>
                <a:ea typeface="Poppins"/>
                <a:cs typeface="Poppins"/>
                <a:sym typeface="Poppins"/>
              </a:endParaRPr>
            </a:p>
          </p:txBody>
        </p:sp>
        <p:sp>
          <p:nvSpPr>
            <p:cNvPr id="11" name="Google Shape;420;p45">
              <a:extLst>
                <a:ext uri="{FF2B5EF4-FFF2-40B4-BE49-F238E27FC236}">
                  <a16:creationId xmlns:a16="http://schemas.microsoft.com/office/drawing/2014/main" id="{312C129F-73A8-FA99-B190-5FB35A56139F}"/>
                </a:ext>
              </a:extLst>
            </p:cNvPr>
            <p:cNvSpPr txBox="1"/>
            <p:nvPr/>
          </p:nvSpPr>
          <p:spPr>
            <a:xfrm flipH="1">
              <a:off x="6008454" y="3354337"/>
              <a:ext cx="1812300" cy="46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Poppins"/>
                  <a:ea typeface="Poppins"/>
                  <a:cs typeface="Poppins"/>
                  <a:sym typeface="Poppins"/>
                </a:rPr>
                <a:t>Passo 3</a:t>
              </a:r>
              <a:endParaRPr sz="2000">
                <a:solidFill>
                  <a:schemeClr val="dk1"/>
                </a:solidFill>
                <a:latin typeface="Poppins"/>
                <a:ea typeface="Poppins"/>
                <a:cs typeface="Poppins"/>
                <a:sym typeface="Poppins"/>
              </a:endParaRPr>
            </a:p>
          </p:txBody>
        </p:sp>
        <p:sp>
          <p:nvSpPr>
            <p:cNvPr id="12" name="Google Shape;421;p45">
              <a:extLst>
                <a:ext uri="{FF2B5EF4-FFF2-40B4-BE49-F238E27FC236}">
                  <a16:creationId xmlns:a16="http://schemas.microsoft.com/office/drawing/2014/main" id="{D60270DE-6AD6-BF53-AC03-D5F48A03558D}"/>
                </a:ext>
              </a:extLst>
            </p:cNvPr>
            <p:cNvSpPr txBox="1"/>
            <p:nvPr/>
          </p:nvSpPr>
          <p:spPr>
            <a:xfrm flipH="1">
              <a:off x="6008504" y="3744436"/>
              <a:ext cx="1812300" cy="51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Teste com o melhor estimator</a:t>
              </a:r>
              <a:endParaRPr sz="1200">
                <a:solidFill>
                  <a:schemeClr val="dk1"/>
                </a:solidFill>
                <a:latin typeface="Poppins"/>
                <a:ea typeface="Poppins"/>
                <a:cs typeface="Poppins"/>
                <a:sym typeface="Poppins"/>
              </a:endParaRPr>
            </a:p>
          </p:txBody>
        </p:sp>
        <p:cxnSp>
          <p:nvCxnSpPr>
            <p:cNvPr id="13" name="Google Shape;424;p45">
              <a:extLst>
                <a:ext uri="{FF2B5EF4-FFF2-40B4-BE49-F238E27FC236}">
                  <a16:creationId xmlns:a16="http://schemas.microsoft.com/office/drawing/2014/main" id="{A6F12AF4-156A-5828-F023-4B5B6F24F28E}"/>
                </a:ext>
              </a:extLst>
            </p:cNvPr>
            <p:cNvCxnSpPr>
              <a:stCxn id="2" idx="3"/>
              <a:endCxn id="23" idx="1"/>
            </p:cNvCxnSpPr>
            <p:nvPr/>
          </p:nvCxnSpPr>
          <p:spPr>
            <a:xfrm>
              <a:off x="3219054" y="2928710"/>
              <a:ext cx="14982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426;p45">
              <a:extLst>
                <a:ext uri="{FF2B5EF4-FFF2-40B4-BE49-F238E27FC236}">
                  <a16:creationId xmlns:a16="http://schemas.microsoft.com/office/drawing/2014/main" id="{7A110F2F-DF13-6144-0321-A1B398BB9DD9}"/>
                </a:ext>
              </a:extLst>
            </p:cNvPr>
            <p:cNvCxnSpPr>
              <a:stCxn id="23" idx="3"/>
              <a:endCxn id="24" idx="1"/>
            </p:cNvCxnSpPr>
            <p:nvPr/>
          </p:nvCxnSpPr>
          <p:spPr>
            <a:xfrm>
              <a:off x="5181654" y="2928710"/>
              <a:ext cx="1498200" cy="0"/>
            </a:xfrm>
            <a:prstGeom prst="straightConnector1">
              <a:avLst/>
            </a:prstGeom>
            <a:noFill/>
            <a:ln w="9525" cap="flat" cmpd="sng">
              <a:solidFill>
                <a:schemeClr val="dk1"/>
              </a:solidFill>
              <a:prstDash val="solid"/>
              <a:round/>
              <a:headEnd type="none" w="med" len="med"/>
              <a:tailEnd type="none" w="med" len="med"/>
            </a:ln>
          </p:spPr>
        </p:cxnSp>
        <p:cxnSp>
          <p:nvCxnSpPr>
            <p:cNvPr id="19" name="Google Shape;430;p45">
              <a:extLst>
                <a:ext uri="{FF2B5EF4-FFF2-40B4-BE49-F238E27FC236}">
                  <a16:creationId xmlns:a16="http://schemas.microsoft.com/office/drawing/2014/main" id="{2E0FA1BB-8118-6A2F-0547-4B0E7B5CFA64}"/>
                </a:ext>
              </a:extLst>
            </p:cNvPr>
            <p:cNvCxnSpPr>
              <a:stCxn id="2" idx="2"/>
              <a:endCxn id="3" idx="0"/>
            </p:cNvCxnSpPr>
            <p:nvPr/>
          </p:nvCxnSpPr>
          <p:spPr>
            <a:xfrm>
              <a:off x="2986854" y="2985710"/>
              <a:ext cx="0" cy="368700"/>
            </a:xfrm>
            <a:prstGeom prst="straightConnector1">
              <a:avLst/>
            </a:prstGeom>
            <a:noFill/>
            <a:ln w="9525" cap="flat" cmpd="sng">
              <a:solidFill>
                <a:schemeClr val="dk1"/>
              </a:solidFill>
              <a:prstDash val="solid"/>
              <a:round/>
              <a:headEnd type="none" w="med" len="med"/>
              <a:tailEnd type="none" w="med" len="med"/>
            </a:ln>
          </p:spPr>
        </p:cxnSp>
        <p:cxnSp>
          <p:nvCxnSpPr>
            <p:cNvPr id="21" name="Google Shape;432;p45">
              <a:extLst>
                <a:ext uri="{FF2B5EF4-FFF2-40B4-BE49-F238E27FC236}">
                  <a16:creationId xmlns:a16="http://schemas.microsoft.com/office/drawing/2014/main" id="{D4826011-CE34-4420-7F37-6EE42C6C145B}"/>
                </a:ext>
              </a:extLst>
            </p:cNvPr>
            <p:cNvCxnSpPr>
              <a:stCxn id="24" idx="2"/>
              <a:endCxn id="11" idx="0"/>
            </p:cNvCxnSpPr>
            <p:nvPr/>
          </p:nvCxnSpPr>
          <p:spPr>
            <a:xfrm>
              <a:off x="6912054" y="2985710"/>
              <a:ext cx="2550" cy="368627"/>
            </a:xfrm>
            <a:prstGeom prst="straightConnector1">
              <a:avLst/>
            </a:prstGeom>
            <a:noFill/>
            <a:ln w="9525" cap="flat" cmpd="sng">
              <a:solidFill>
                <a:schemeClr val="dk1"/>
              </a:solidFill>
              <a:prstDash val="solid"/>
              <a:round/>
              <a:headEnd type="none" w="med" len="med"/>
              <a:tailEnd type="none" w="med" len="med"/>
            </a:ln>
          </p:spPr>
        </p:cxnSp>
        <p:sp>
          <p:nvSpPr>
            <p:cNvPr id="23" name="Google Shape;425;p45">
              <a:extLst>
                <a:ext uri="{FF2B5EF4-FFF2-40B4-BE49-F238E27FC236}">
                  <a16:creationId xmlns:a16="http://schemas.microsoft.com/office/drawing/2014/main" id="{C136AF0C-24EA-3D34-D55E-40931D71CD53}"/>
                </a:ext>
              </a:extLst>
            </p:cNvPr>
            <p:cNvSpPr/>
            <p:nvPr/>
          </p:nvSpPr>
          <p:spPr>
            <a:xfrm>
              <a:off x="4717254" y="2871710"/>
              <a:ext cx="464400" cy="11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27;p45">
              <a:extLst>
                <a:ext uri="{FF2B5EF4-FFF2-40B4-BE49-F238E27FC236}">
                  <a16:creationId xmlns:a16="http://schemas.microsoft.com/office/drawing/2014/main" id="{18BE3CE1-8FCE-0A62-E3B5-774B60C52DE5}"/>
                </a:ext>
              </a:extLst>
            </p:cNvPr>
            <p:cNvSpPr/>
            <p:nvPr/>
          </p:nvSpPr>
          <p:spPr>
            <a:xfrm>
              <a:off x="6679854" y="2871710"/>
              <a:ext cx="464400" cy="11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TextBox 44">
            <a:extLst>
              <a:ext uri="{FF2B5EF4-FFF2-40B4-BE49-F238E27FC236}">
                <a16:creationId xmlns:a16="http://schemas.microsoft.com/office/drawing/2014/main" id="{67CC915A-2434-4A07-EDEC-44FF37811A7B}"/>
              </a:ext>
            </a:extLst>
          </p:cNvPr>
          <p:cNvSpPr txBox="1"/>
          <p:nvPr/>
        </p:nvSpPr>
        <p:spPr>
          <a:xfrm>
            <a:off x="1902562" y="3090454"/>
            <a:ext cx="2079465" cy="923330"/>
          </a:xfrm>
          <a:prstGeom prst="rect">
            <a:avLst/>
          </a:prstGeom>
          <a:noFill/>
        </p:spPr>
        <p:txBody>
          <a:bodyPr wrap="square" rtlCol="0">
            <a:spAutoFit/>
          </a:bodyPr>
          <a:lstStyle/>
          <a:p>
            <a:pPr marL="342900" indent="-342900">
              <a:buFont typeface="Wingdings" panose="05000000000000000000" pitchFamily="2" charset="2"/>
              <a:buChar char="Ø"/>
            </a:pPr>
            <a:r>
              <a:rPr lang="pt-PT" sz="1800" b="1">
                <a:latin typeface="Poppins" panose="00000500000000000000" pitchFamily="2" charset="0"/>
                <a:cs typeface="Poppins" panose="00000500000000000000" pitchFamily="2" charset="0"/>
              </a:rPr>
              <a:t>KERNEL</a:t>
            </a:r>
          </a:p>
          <a:p>
            <a:pPr marL="342900" indent="-342900">
              <a:buFont typeface="Wingdings" panose="05000000000000000000" pitchFamily="2" charset="2"/>
              <a:buChar char="Ø"/>
            </a:pPr>
            <a:r>
              <a:rPr lang="pt-PT" sz="1800" b="1">
                <a:latin typeface="Poppins" panose="00000500000000000000" pitchFamily="2" charset="0"/>
                <a:cs typeface="Poppins" panose="00000500000000000000" pitchFamily="2" charset="0"/>
              </a:rPr>
              <a:t>C</a:t>
            </a:r>
          </a:p>
          <a:p>
            <a:pPr marL="342900" indent="-342900">
              <a:buFont typeface="Wingdings" panose="05000000000000000000" pitchFamily="2" charset="2"/>
              <a:buChar char="Ø"/>
            </a:pPr>
            <a:r>
              <a:rPr lang="pt-PT" sz="1800" b="1">
                <a:latin typeface="Poppins" panose="00000500000000000000" pitchFamily="2" charset="0"/>
                <a:cs typeface="Poppins" panose="00000500000000000000" pitchFamily="2" charset="0"/>
              </a:rPr>
              <a:t>GAMMA</a:t>
            </a:r>
          </a:p>
        </p:txBody>
      </p:sp>
      <p:sp>
        <p:nvSpPr>
          <p:cNvPr id="46" name="TextBox 45">
            <a:extLst>
              <a:ext uri="{FF2B5EF4-FFF2-40B4-BE49-F238E27FC236}">
                <a16:creationId xmlns:a16="http://schemas.microsoft.com/office/drawing/2014/main" id="{B02B4926-D6E0-9768-0B7E-9534781CB46A}"/>
              </a:ext>
            </a:extLst>
          </p:cNvPr>
          <p:cNvSpPr txBox="1"/>
          <p:nvPr/>
        </p:nvSpPr>
        <p:spPr>
          <a:xfrm>
            <a:off x="3982027" y="3090454"/>
            <a:ext cx="2605040" cy="646331"/>
          </a:xfrm>
          <a:prstGeom prst="rect">
            <a:avLst/>
          </a:prstGeom>
          <a:noFill/>
        </p:spPr>
        <p:txBody>
          <a:bodyPr wrap="square" lIns="91440" tIns="45720" rIns="91440" bIns="45720" rtlCol="0" anchor="t">
            <a:spAutoFit/>
          </a:bodyPr>
          <a:lstStyle/>
          <a:p>
            <a:pPr marL="342900" indent="-342900">
              <a:buFont typeface="Wingdings" panose="05000000000000000000" pitchFamily="2" charset="2"/>
              <a:buChar char="Ø"/>
            </a:pPr>
            <a:r>
              <a:rPr lang="pt-PT" sz="1800" b="1" err="1">
                <a:latin typeface="Poppins"/>
                <a:cs typeface="Poppins"/>
              </a:rPr>
              <a:t>On</a:t>
            </a:r>
            <a:r>
              <a:rPr lang="pt-PT" sz="200" b="1">
                <a:latin typeface="Poppins"/>
                <a:cs typeface="Poppins"/>
              </a:rPr>
              <a:t> </a:t>
            </a:r>
            <a:r>
              <a:rPr lang="pt-PT" sz="1800" b="1">
                <a:latin typeface="Poppins"/>
                <a:cs typeface="Poppins"/>
              </a:rPr>
              <a:t>e–</a:t>
            </a:r>
            <a:r>
              <a:rPr lang="pt-PT" sz="1800" b="1" err="1">
                <a:latin typeface="Poppins"/>
                <a:cs typeface="Poppins"/>
              </a:rPr>
              <a:t>vs-Rest</a:t>
            </a:r>
            <a:endParaRPr lang="pt-PT" sz="1800" b="1">
              <a:latin typeface="Poppins"/>
              <a:cs typeface="Poppins"/>
            </a:endParaRPr>
          </a:p>
          <a:p>
            <a:pPr marL="342900" indent="-342900">
              <a:buFont typeface="Wingdings" panose="05000000000000000000" pitchFamily="2" charset="2"/>
              <a:buChar char="Ø"/>
            </a:pPr>
            <a:r>
              <a:rPr lang="pt-PT" sz="1800" b="1">
                <a:latin typeface="Poppins"/>
                <a:cs typeface="Poppins"/>
              </a:rPr>
              <a:t>Split pré-definido</a:t>
            </a:r>
          </a:p>
        </p:txBody>
      </p:sp>
    </p:spTree>
    <p:extLst>
      <p:ext uri="{BB962C8B-B14F-4D97-AF65-F5344CB8AC3E}">
        <p14:creationId xmlns:p14="http://schemas.microsoft.com/office/powerpoint/2010/main" val="140378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8"/>
          <p:cNvSpPr txBox="1">
            <a:spLocks noGrp="1"/>
          </p:cNvSpPr>
          <p:nvPr>
            <p:ph type="title"/>
          </p:nvPr>
        </p:nvSpPr>
        <p:spPr>
          <a:xfrm>
            <a:off x="1377513" y="3194614"/>
            <a:ext cx="3802500" cy="628800"/>
          </a:xfrm>
          <a:prstGeom prst="rect">
            <a:avLst/>
          </a:prstGeom>
        </p:spPr>
        <p:txBody>
          <a:bodyPr spcFirstLastPara="1" wrap="square" lIns="91425" tIns="91425" rIns="91425" bIns="91425" anchor="b" anchorCtr="0">
            <a:noAutofit/>
          </a:bodyPr>
          <a:lstStyle/>
          <a:p>
            <a:r>
              <a:rPr lang="en"/>
              <a:t>Random Forest</a:t>
            </a:r>
            <a:endParaRPr/>
          </a:p>
        </p:txBody>
      </p:sp>
      <p:sp>
        <p:nvSpPr>
          <p:cNvPr id="329" name="Google Shape;329;p38"/>
          <p:cNvSpPr txBox="1">
            <a:spLocks noGrp="1"/>
          </p:cNvSpPr>
          <p:nvPr>
            <p:ph type="subTitle" idx="1"/>
          </p:nvPr>
        </p:nvSpPr>
        <p:spPr>
          <a:xfrm>
            <a:off x="1377513" y="3834492"/>
            <a:ext cx="4089023" cy="924600"/>
          </a:xfrm>
          <a:prstGeom prst="rect">
            <a:avLst/>
          </a:prstGeom>
        </p:spPr>
        <p:txBody>
          <a:bodyPr spcFirstLastPara="1" wrap="square" lIns="91425" tIns="91425" rIns="91425" bIns="91425" anchor="t" anchorCtr="0">
            <a:noAutofit/>
          </a:bodyPr>
          <a:lstStyle/>
          <a:p>
            <a:pPr marL="0" indent="0"/>
            <a:r>
              <a:rPr lang="en" err="1"/>
              <a:t>Método</a:t>
            </a:r>
            <a:r>
              <a:rPr lang="en"/>
              <a:t> de machine learning </a:t>
            </a:r>
            <a:r>
              <a:rPr lang="en" err="1"/>
              <a:t>supervisionado</a:t>
            </a:r>
          </a:p>
          <a:p>
            <a:pPr marL="0" indent="0"/>
            <a:r>
              <a:rPr lang="en" err="1"/>
              <a:t>Baseia</a:t>
            </a:r>
            <a:r>
              <a:rPr lang="en"/>
              <a:t>-se </a:t>
            </a:r>
            <a:r>
              <a:rPr lang="en" err="1"/>
              <a:t>em</a:t>
            </a:r>
            <a:r>
              <a:rPr lang="en"/>
              <a:t> </a:t>
            </a:r>
            <a:r>
              <a:rPr lang="en" err="1"/>
              <a:t>árvores</a:t>
            </a:r>
            <a:r>
              <a:rPr lang="en"/>
              <a:t> de </a:t>
            </a:r>
            <a:r>
              <a:rPr lang="en" err="1"/>
              <a:t>decisão</a:t>
            </a:r>
            <a:r>
              <a:rPr lang="en"/>
              <a:t> </a:t>
            </a:r>
            <a:r>
              <a:rPr lang="en" err="1"/>
              <a:t>independentes</a:t>
            </a:r>
            <a:r>
              <a:rPr lang="en"/>
              <a:t> </a:t>
            </a:r>
          </a:p>
          <a:p>
            <a:pPr marL="0" indent="0"/>
            <a:endParaRPr lang="en"/>
          </a:p>
        </p:txBody>
      </p:sp>
      <p:grpSp>
        <p:nvGrpSpPr>
          <p:cNvPr id="332" name="Google Shape;332;p38"/>
          <p:cNvGrpSpPr/>
          <p:nvPr/>
        </p:nvGrpSpPr>
        <p:grpSpPr>
          <a:xfrm>
            <a:off x="1377525" y="4873025"/>
            <a:ext cx="8169300" cy="0"/>
            <a:chOff x="2220050" y="1547100"/>
            <a:chExt cx="8169300" cy="0"/>
          </a:xfrm>
        </p:grpSpPr>
        <p:cxnSp>
          <p:nvCxnSpPr>
            <p:cNvPr id="333" name="Google Shape;333;p38"/>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34" name="Google Shape;334;p38"/>
            <p:cNvCxnSpPr/>
            <p:nvPr/>
          </p:nvCxnSpPr>
          <p:spPr>
            <a:xfrm>
              <a:off x="2684450" y="1547100"/>
              <a:ext cx="7704900" cy="0"/>
            </a:xfrm>
            <a:prstGeom prst="straightConnector1">
              <a:avLst/>
            </a:prstGeom>
            <a:noFill/>
            <a:ln w="9525" cap="flat" cmpd="sng">
              <a:solidFill>
                <a:schemeClr val="dk1"/>
              </a:solidFill>
              <a:prstDash val="solid"/>
              <a:round/>
              <a:headEnd type="none" w="med" len="med"/>
              <a:tailEnd type="none" w="med" len="med"/>
            </a:ln>
          </p:spPr>
        </p:cxnSp>
      </p:grpSp>
      <p:pic>
        <p:nvPicPr>
          <p:cNvPr id="12" name="Imagem 11" descr="Uma imagem com captura de ecrã, escuridão, lua, círculo&#10;&#10;Descrição gerada automaticamente">
            <a:extLst>
              <a:ext uri="{FF2B5EF4-FFF2-40B4-BE49-F238E27FC236}">
                <a16:creationId xmlns:a16="http://schemas.microsoft.com/office/drawing/2014/main" id="{8F827293-E5C0-4B65-7248-840FB2AD6153}"/>
              </a:ext>
            </a:extLst>
          </p:cNvPr>
          <p:cNvPicPr>
            <a:picLocks noChangeAspect="1"/>
          </p:cNvPicPr>
          <p:nvPr/>
        </p:nvPicPr>
        <p:blipFill>
          <a:blip r:embed="rId3"/>
          <a:stretch>
            <a:fillRect/>
          </a:stretch>
        </p:blipFill>
        <p:spPr>
          <a:xfrm>
            <a:off x="1380226" y="397477"/>
            <a:ext cx="4572000" cy="2644825"/>
          </a:xfrm>
          <a:prstGeom prst="rect">
            <a:avLst/>
          </a:prstGeom>
        </p:spPr>
      </p:pic>
      <p:grpSp>
        <p:nvGrpSpPr>
          <p:cNvPr id="4" name="Agrupar 3">
            <a:extLst>
              <a:ext uri="{FF2B5EF4-FFF2-40B4-BE49-F238E27FC236}">
                <a16:creationId xmlns:a16="http://schemas.microsoft.com/office/drawing/2014/main" id="{B0341D28-3255-D9B3-974E-65B14CF35354}"/>
              </a:ext>
            </a:extLst>
          </p:cNvPr>
          <p:cNvGrpSpPr/>
          <p:nvPr/>
        </p:nvGrpSpPr>
        <p:grpSpPr>
          <a:xfrm>
            <a:off x="6479270" y="518318"/>
            <a:ext cx="1932514" cy="1794465"/>
            <a:chOff x="6479270" y="378139"/>
            <a:chExt cx="1932514" cy="1794465"/>
          </a:xfrm>
        </p:grpSpPr>
        <p:sp>
          <p:nvSpPr>
            <p:cNvPr id="26" name="Google Shape;502;p48">
              <a:extLst>
                <a:ext uri="{FF2B5EF4-FFF2-40B4-BE49-F238E27FC236}">
                  <a16:creationId xmlns:a16="http://schemas.microsoft.com/office/drawing/2014/main" id="{5EA08FCB-685C-7A8A-966C-D3D3FDECAB66}"/>
                </a:ext>
              </a:extLst>
            </p:cNvPr>
            <p:cNvSpPr/>
            <p:nvPr/>
          </p:nvSpPr>
          <p:spPr>
            <a:xfrm>
              <a:off x="6482794" y="378139"/>
              <a:ext cx="1925490" cy="561302"/>
            </a:xfrm>
            <a:prstGeom prst="rect">
              <a:avLst/>
            </a:prstGeom>
            <a:solidFill>
              <a:schemeClr val="dk2"/>
            </a:solidFill>
            <a:ln>
              <a:noFill/>
            </a:ln>
          </p:spPr>
          <p:txBody>
            <a:bodyPr spcFirstLastPara="1" wrap="square" lIns="91425" tIns="91425" rIns="91425" bIns="91425" anchor="ctr" anchorCtr="0">
              <a:noAutofit/>
            </a:bodyPr>
            <a:lstStyle/>
            <a:p>
              <a:pPr algn="ctr"/>
              <a:r>
                <a:rPr lang="pt-PT">
                  <a:solidFill>
                    <a:srgbClr val="FFFFFF"/>
                  </a:solidFill>
                </a:rPr>
                <a:t>Problemas de Classificação</a:t>
              </a:r>
            </a:p>
          </p:txBody>
        </p:sp>
        <p:sp>
          <p:nvSpPr>
            <p:cNvPr id="27" name="Google Shape;329;p38">
              <a:extLst>
                <a:ext uri="{FF2B5EF4-FFF2-40B4-BE49-F238E27FC236}">
                  <a16:creationId xmlns:a16="http://schemas.microsoft.com/office/drawing/2014/main" id="{912A750E-6DBD-1818-D6F4-3A477B936650}"/>
                </a:ext>
              </a:extLst>
            </p:cNvPr>
            <p:cNvSpPr txBox="1">
              <a:spLocks/>
            </p:cNvSpPr>
            <p:nvPr/>
          </p:nvSpPr>
          <p:spPr>
            <a:xfrm>
              <a:off x="6479270" y="981472"/>
              <a:ext cx="1932514" cy="1191132"/>
            </a:xfrm>
            <a:prstGeom prst="rect">
              <a:avLst/>
            </a:prstGeom>
            <a:noFill/>
            <a:ln>
              <a:solidFill>
                <a:schemeClr val="bg2"/>
              </a:solidFill>
              <a:prstDash val="sysDo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1600"/>
                </a:spcBef>
                <a:spcAft>
                  <a:spcPts val="1600"/>
                </a:spcAft>
                <a:buClr>
                  <a:schemeClr val="dk1"/>
                </a:buClr>
                <a:buSzPts val="1200"/>
                <a:buFont typeface="Poppins"/>
                <a:buNone/>
                <a:defRPr sz="1200" b="0" i="0" u="none" strike="noStrike" cap="none">
                  <a:solidFill>
                    <a:schemeClr val="dk1"/>
                  </a:solidFill>
                  <a:latin typeface="Poppins"/>
                  <a:ea typeface="Poppins"/>
                  <a:cs typeface="Poppins"/>
                  <a:sym typeface="Poppins"/>
                </a:defRPr>
              </a:lvl9pPr>
            </a:lstStyle>
            <a:p>
              <a:pPr marL="0" indent="0" algn="ctr"/>
              <a:endParaRPr lang="en"/>
            </a:p>
            <a:p>
              <a:pPr marL="0" indent="0" algn="ctr"/>
              <a:endParaRPr lang="en"/>
            </a:p>
            <a:p>
              <a:pPr marL="0" indent="0" algn="ctr"/>
              <a:endParaRPr lang="en"/>
            </a:p>
            <a:p>
              <a:pPr marL="0" indent="0" algn="ctr"/>
              <a:endParaRPr lang="en"/>
            </a:p>
            <a:p>
              <a:pPr marL="0" indent="0" algn="ctr"/>
              <a:r>
                <a:rPr lang="en" err="1"/>
                <a:t>Votação</a:t>
              </a:r>
              <a:r>
                <a:rPr lang="en"/>
                <a:t> </a:t>
              </a:r>
              <a:r>
                <a:rPr lang="en" err="1"/>
                <a:t>maioritária</a:t>
              </a:r>
              <a:endParaRPr lang="en"/>
            </a:p>
            <a:p>
              <a:pPr marL="0" indent="0" algn="ctr"/>
              <a:endParaRPr lang="en"/>
            </a:p>
          </p:txBody>
        </p:sp>
        <p:pic>
          <p:nvPicPr>
            <p:cNvPr id="2" name="Imagem 1" descr="Uma imagem com Tipo de letra, captura de ecrã, Gráficos, file&#10;&#10;Descrição gerada automaticamente">
              <a:extLst>
                <a:ext uri="{FF2B5EF4-FFF2-40B4-BE49-F238E27FC236}">
                  <a16:creationId xmlns:a16="http://schemas.microsoft.com/office/drawing/2014/main" id="{ECED0BE3-2395-B4F8-CD1F-7542C99086F4}"/>
                </a:ext>
              </a:extLst>
            </p:cNvPr>
            <p:cNvPicPr>
              <a:picLocks noChangeAspect="1"/>
            </p:cNvPicPr>
            <p:nvPr/>
          </p:nvPicPr>
          <p:blipFill>
            <a:blip r:embed="rId4"/>
            <a:stretch>
              <a:fillRect/>
            </a:stretch>
          </p:blipFill>
          <p:spPr>
            <a:xfrm>
              <a:off x="6868783" y="1034901"/>
              <a:ext cx="1143000" cy="485775"/>
            </a:xfrm>
            <a:prstGeom prst="rect">
              <a:avLst/>
            </a:prstGeom>
          </p:spPr>
        </p:pic>
      </p:grpSp>
      <p:grpSp>
        <p:nvGrpSpPr>
          <p:cNvPr id="5" name="Agrupar 4">
            <a:extLst>
              <a:ext uri="{FF2B5EF4-FFF2-40B4-BE49-F238E27FC236}">
                <a16:creationId xmlns:a16="http://schemas.microsoft.com/office/drawing/2014/main" id="{CD322D80-CB85-3C32-4DE6-D940171831B6}"/>
              </a:ext>
            </a:extLst>
          </p:cNvPr>
          <p:cNvGrpSpPr/>
          <p:nvPr/>
        </p:nvGrpSpPr>
        <p:grpSpPr>
          <a:xfrm>
            <a:off x="6479318" y="2761186"/>
            <a:ext cx="1932419" cy="1663258"/>
            <a:chOff x="6479318" y="2567092"/>
            <a:chExt cx="1932419" cy="1663258"/>
          </a:xfrm>
        </p:grpSpPr>
        <p:sp>
          <p:nvSpPr>
            <p:cNvPr id="17" name="Google Shape;502;p48">
              <a:extLst>
                <a:ext uri="{FF2B5EF4-FFF2-40B4-BE49-F238E27FC236}">
                  <a16:creationId xmlns:a16="http://schemas.microsoft.com/office/drawing/2014/main" id="{1D2B0A99-4298-DF4E-C24E-E07B965D8DCE}"/>
                </a:ext>
              </a:extLst>
            </p:cNvPr>
            <p:cNvSpPr/>
            <p:nvPr/>
          </p:nvSpPr>
          <p:spPr>
            <a:xfrm>
              <a:off x="6482794" y="2567092"/>
              <a:ext cx="1925490" cy="554061"/>
            </a:xfrm>
            <a:prstGeom prst="rect">
              <a:avLst/>
            </a:prstGeom>
            <a:solidFill>
              <a:schemeClr val="dk2"/>
            </a:solidFill>
            <a:ln>
              <a:noFill/>
            </a:ln>
          </p:spPr>
          <p:txBody>
            <a:bodyPr spcFirstLastPara="1" wrap="square" lIns="91425" tIns="91425" rIns="91425" bIns="91425" anchor="ctr" anchorCtr="0">
              <a:noAutofit/>
            </a:bodyPr>
            <a:lstStyle/>
            <a:p>
              <a:pPr algn="ctr"/>
              <a:r>
                <a:rPr lang="pt-PT">
                  <a:solidFill>
                    <a:srgbClr val="FFFFFF"/>
                  </a:solidFill>
                </a:rPr>
                <a:t>Problemas de Regressão</a:t>
              </a:r>
            </a:p>
          </p:txBody>
        </p:sp>
        <p:sp>
          <p:nvSpPr>
            <p:cNvPr id="20" name="Google Shape;329;p38">
              <a:extLst>
                <a:ext uri="{FF2B5EF4-FFF2-40B4-BE49-F238E27FC236}">
                  <a16:creationId xmlns:a16="http://schemas.microsoft.com/office/drawing/2014/main" id="{6C4A08FB-B482-AD0B-059A-7A773298B2E0}"/>
                </a:ext>
              </a:extLst>
            </p:cNvPr>
            <p:cNvSpPr txBox="1">
              <a:spLocks/>
            </p:cNvSpPr>
            <p:nvPr/>
          </p:nvSpPr>
          <p:spPr>
            <a:xfrm>
              <a:off x="6479318" y="3145944"/>
              <a:ext cx="1932419" cy="1084406"/>
            </a:xfrm>
            <a:prstGeom prst="rect">
              <a:avLst/>
            </a:prstGeom>
            <a:noFill/>
            <a:ln>
              <a:solidFill>
                <a:schemeClr val="bg2"/>
              </a:solidFill>
              <a:prstDash val="sysDot"/>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160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1600"/>
                </a:spcBef>
                <a:spcAft>
                  <a:spcPts val="1600"/>
                </a:spcAft>
                <a:buClr>
                  <a:schemeClr val="dk1"/>
                </a:buClr>
                <a:buSzPts val="1200"/>
                <a:buFont typeface="Poppins"/>
                <a:buNone/>
                <a:defRPr sz="1200" b="0" i="0" u="none" strike="noStrike" cap="none">
                  <a:solidFill>
                    <a:schemeClr val="dk1"/>
                  </a:solidFill>
                  <a:latin typeface="Poppins"/>
                  <a:ea typeface="Poppins"/>
                  <a:cs typeface="Poppins"/>
                  <a:sym typeface="Poppins"/>
                </a:defRPr>
              </a:lvl9pPr>
            </a:lstStyle>
            <a:p>
              <a:pPr marL="0" indent="0" algn="ctr"/>
              <a:endParaRPr lang="en"/>
            </a:p>
            <a:p>
              <a:pPr marL="0" indent="0" algn="ctr"/>
              <a:endParaRPr lang="en"/>
            </a:p>
            <a:p>
              <a:pPr marL="0" indent="0" algn="ctr"/>
              <a:endParaRPr lang="en"/>
            </a:p>
            <a:p>
              <a:pPr marL="0" indent="0" algn="ctr"/>
              <a:endParaRPr lang="en"/>
            </a:p>
            <a:p>
              <a:pPr marL="0" indent="0" algn="ctr"/>
              <a:r>
                <a:rPr lang="en" err="1"/>
                <a:t>Média</a:t>
              </a:r>
              <a:r>
                <a:rPr lang="en"/>
                <a:t> das </a:t>
              </a:r>
              <a:r>
                <a:rPr lang="en" err="1"/>
                <a:t>previsões</a:t>
              </a:r>
              <a:endParaRPr lang="en"/>
            </a:p>
          </p:txBody>
        </p:sp>
        <p:pic>
          <p:nvPicPr>
            <p:cNvPr id="3" name="Imagem 2" descr="Uma imagem com Tipo de letra, captura de ecrã, tipografia&#10;&#10;Descrição gerada automaticamente">
              <a:extLst>
                <a:ext uri="{FF2B5EF4-FFF2-40B4-BE49-F238E27FC236}">
                  <a16:creationId xmlns:a16="http://schemas.microsoft.com/office/drawing/2014/main" id="{3A3D9671-0FFD-411A-768E-29F5CB0B37F7}"/>
                </a:ext>
              </a:extLst>
            </p:cNvPr>
            <p:cNvPicPr>
              <a:picLocks noChangeAspect="1"/>
            </p:cNvPicPr>
            <p:nvPr/>
          </p:nvPicPr>
          <p:blipFill>
            <a:blip r:embed="rId5"/>
            <a:stretch>
              <a:fillRect/>
            </a:stretch>
          </p:blipFill>
          <p:spPr>
            <a:xfrm>
              <a:off x="6789079" y="3234636"/>
              <a:ext cx="1323975" cy="485775"/>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a:extLst>
            <a:ext uri="{FF2B5EF4-FFF2-40B4-BE49-F238E27FC236}">
              <a16:creationId xmlns:a16="http://schemas.microsoft.com/office/drawing/2014/main" id="{EEE5B95D-662B-FE71-7CEF-3FB5B263D95D}"/>
            </a:ext>
          </a:extLst>
        </p:cNvPr>
        <p:cNvGrpSpPr/>
        <p:nvPr/>
      </p:nvGrpSpPr>
      <p:grpSpPr>
        <a:xfrm>
          <a:off x="0" y="0"/>
          <a:ext cx="0" cy="0"/>
          <a:chOff x="0" y="0"/>
          <a:chExt cx="0" cy="0"/>
        </a:xfrm>
      </p:grpSpPr>
      <p:sp>
        <p:nvSpPr>
          <p:cNvPr id="328" name="Google Shape;328;p38">
            <a:extLst>
              <a:ext uri="{FF2B5EF4-FFF2-40B4-BE49-F238E27FC236}">
                <a16:creationId xmlns:a16="http://schemas.microsoft.com/office/drawing/2014/main" id="{14B214C8-E666-1E85-86E9-02754D1E0158}"/>
              </a:ext>
            </a:extLst>
          </p:cNvPr>
          <p:cNvSpPr txBox="1">
            <a:spLocks noGrp="1"/>
          </p:cNvSpPr>
          <p:nvPr>
            <p:ph type="title"/>
          </p:nvPr>
        </p:nvSpPr>
        <p:spPr>
          <a:xfrm>
            <a:off x="1291053" y="422877"/>
            <a:ext cx="7083216" cy="628800"/>
          </a:xfrm>
          <a:prstGeom prst="rect">
            <a:avLst/>
          </a:prstGeom>
        </p:spPr>
        <p:txBody>
          <a:bodyPr spcFirstLastPara="1" wrap="square" lIns="91425" tIns="91425" rIns="91425" bIns="91425" anchor="b" anchorCtr="0">
            <a:noAutofit/>
          </a:bodyPr>
          <a:lstStyle/>
          <a:p>
            <a:r>
              <a:rPr lang="en"/>
              <a:t>Feed Forward Neural Network (FFNN)</a:t>
            </a:r>
            <a:endParaRPr/>
          </a:p>
        </p:txBody>
      </p:sp>
      <p:grpSp>
        <p:nvGrpSpPr>
          <p:cNvPr id="332" name="Google Shape;332;p38">
            <a:extLst>
              <a:ext uri="{FF2B5EF4-FFF2-40B4-BE49-F238E27FC236}">
                <a16:creationId xmlns:a16="http://schemas.microsoft.com/office/drawing/2014/main" id="{A2246868-BBA3-AF62-EE76-5466B826A1C2}"/>
              </a:ext>
            </a:extLst>
          </p:cNvPr>
          <p:cNvGrpSpPr/>
          <p:nvPr/>
        </p:nvGrpSpPr>
        <p:grpSpPr>
          <a:xfrm>
            <a:off x="1377525" y="4873025"/>
            <a:ext cx="8169300" cy="0"/>
            <a:chOff x="2220050" y="1547100"/>
            <a:chExt cx="8169300" cy="0"/>
          </a:xfrm>
        </p:grpSpPr>
        <p:cxnSp>
          <p:nvCxnSpPr>
            <p:cNvPr id="333" name="Google Shape;333;p38">
              <a:extLst>
                <a:ext uri="{FF2B5EF4-FFF2-40B4-BE49-F238E27FC236}">
                  <a16:creationId xmlns:a16="http://schemas.microsoft.com/office/drawing/2014/main" id="{69F5BF4E-AA6A-77E8-B6E2-354626FDBBC0}"/>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34" name="Google Shape;334;p38">
              <a:extLst>
                <a:ext uri="{FF2B5EF4-FFF2-40B4-BE49-F238E27FC236}">
                  <a16:creationId xmlns:a16="http://schemas.microsoft.com/office/drawing/2014/main" id="{24ECEFD2-A661-3C23-FEDF-C283D68DAFBF}"/>
                </a:ext>
              </a:extLst>
            </p:cNvPr>
            <p:cNvCxnSpPr/>
            <p:nvPr/>
          </p:nvCxnSpPr>
          <p:spPr>
            <a:xfrm>
              <a:off x="2684450" y="1547100"/>
              <a:ext cx="7704900" cy="0"/>
            </a:xfrm>
            <a:prstGeom prst="straightConnector1">
              <a:avLst/>
            </a:prstGeom>
            <a:noFill/>
            <a:ln w="9525" cap="flat" cmpd="sng">
              <a:solidFill>
                <a:schemeClr val="dk1"/>
              </a:solidFill>
              <a:prstDash val="solid"/>
              <a:round/>
              <a:headEnd type="none" w="med" len="med"/>
              <a:tailEnd type="none" w="med" len="med"/>
            </a:ln>
          </p:spPr>
        </p:cxnSp>
      </p:grpSp>
      <p:pic>
        <p:nvPicPr>
          <p:cNvPr id="2" name="Imagem 1" descr="Uma imagem com diagrama, file, esboço&#10;&#10;Descrição gerada automaticamente">
            <a:extLst>
              <a:ext uri="{FF2B5EF4-FFF2-40B4-BE49-F238E27FC236}">
                <a16:creationId xmlns:a16="http://schemas.microsoft.com/office/drawing/2014/main" id="{6E57C63B-4F1D-EE0C-D3E8-82E16A802395}"/>
              </a:ext>
            </a:extLst>
          </p:cNvPr>
          <p:cNvPicPr>
            <a:picLocks noChangeAspect="1"/>
          </p:cNvPicPr>
          <p:nvPr/>
        </p:nvPicPr>
        <p:blipFill>
          <a:blip r:embed="rId3"/>
          <a:stretch>
            <a:fillRect/>
          </a:stretch>
        </p:blipFill>
        <p:spPr>
          <a:xfrm>
            <a:off x="1379258" y="1148531"/>
            <a:ext cx="3090144" cy="2652866"/>
          </a:xfrm>
          <a:prstGeom prst="rect">
            <a:avLst/>
          </a:prstGeom>
        </p:spPr>
      </p:pic>
      <p:sp>
        <p:nvSpPr>
          <p:cNvPr id="8" name="Google Shape;416;p45">
            <a:extLst>
              <a:ext uri="{FF2B5EF4-FFF2-40B4-BE49-F238E27FC236}">
                <a16:creationId xmlns:a16="http://schemas.microsoft.com/office/drawing/2014/main" id="{8ABA3D97-305A-8483-0FF1-B013E58490E6}"/>
              </a:ext>
            </a:extLst>
          </p:cNvPr>
          <p:cNvSpPr txBox="1"/>
          <p:nvPr/>
        </p:nvSpPr>
        <p:spPr>
          <a:xfrm flipH="1">
            <a:off x="4791181" y="1372485"/>
            <a:ext cx="1256534" cy="354213"/>
          </a:xfrm>
          <a:prstGeom prst="rect">
            <a:avLst/>
          </a:prstGeom>
          <a:solidFill>
            <a:schemeClr val="bg2">
              <a:lumMod val="20000"/>
              <a:lumOff val="80000"/>
            </a:schemeClr>
          </a:solidFill>
          <a:ln>
            <a:solidFill>
              <a:schemeClr val="bg1"/>
            </a:solidFill>
          </a:ln>
        </p:spPr>
        <p:txBody>
          <a:bodyPr spcFirstLastPara="1" wrap="square" lIns="91425" tIns="91425" rIns="91425" bIns="91425" anchor="b" anchorCtr="0">
            <a:noAutofit/>
          </a:bodyPr>
          <a:lstStyle/>
          <a:p>
            <a:pPr algn="ctr"/>
            <a:r>
              <a:rPr lang="en" sz="1200" b="1">
                <a:solidFill>
                  <a:schemeClr val="dk1"/>
                </a:solidFill>
                <a:latin typeface="Poppins"/>
                <a:ea typeface="Poppins"/>
                <a:cs typeface="Poppins"/>
              </a:rPr>
              <a:t>Hidden</a:t>
            </a:r>
            <a:r>
              <a:rPr lang="en" sz="1200">
                <a:solidFill>
                  <a:schemeClr val="dk1"/>
                </a:solidFill>
                <a:latin typeface="Poppins"/>
                <a:ea typeface="Poppins"/>
                <a:cs typeface="Poppins"/>
              </a:rPr>
              <a:t> layer</a:t>
            </a:r>
          </a:p>
        </p:txBody>
      </p:sp>
      <p:sp>
        <p:nvSpPr>
          <p:cNvPr id="11" name="Google Shape;416;p45">
            <a:extLst>
              <a:ext uri="{FF2B5EF4-FFF2-40B4-BE49-F238E27FC236}">
                <a16:creationId xmlns:a16="http://schemas.microsoft.com/office/drawing/2014/main" id="{D3A9C7CE-E250-55E1-B5FC-9B53C29BFF33}"/>
              </a:ext>
            </a:extLst>
          </p:cNvPr>
          <p:cNvSpPr txBox="1"/>
          <p:nvPr/>
        </p:nvSpPr>
        <p:spPr>
          <a:xfrm flipH="1">
            <a:off x="4569954" y="2524701"/>
            <a:ext cx="1703594" cy="492479"/>
          </a:xfrm>
          <a:prstGeom prst="rect">
            <a:avLst/>
          </a:prstGeom>
          <a:solidFill>
            <a:schemeClr val="bg2">
              <a:lumMod val="20000"/>
              <a:lumOff val="80000"/>
            </a:schemeClr>
          </a:solidFill>
          <a:ln>
            <a:solidFill>
              <a:schemeClr val="bg1"/>
            </a:solidFill>
          </a:ln>
        </p:spPr>
        <p:txBody>
          <a:bodyPr spcFirstLastPara="1" wrap="square" lIns="91425" tIns="91425" rIns="91425" bIns="91425" anchor="ctr" anchorCtr="0">
            <a:noAutofit/>
          </a:bodyPr>
          <a:lstStyle/>
          <a:p>
            <a:pPr algn="ctr"/>
            <a:r>
              <a:rPr lang="en" sz="1200" b="1">
                <a:solidFill>
                  <a:schemeClr val="dk1"/>
                </a:solidFill>
                <a:latin typeface="Poppins"/>
                <a:ea typeface="Poppins"/>
                <a:cs typeface="Poppins"/>
              </a:rPr>
              <a:t>Task-specific</a:t>
            </a:r>
            <a:r>
              <a:rPr lang="en" sz="1200">
                <a:solidFill>
                  <a:schemeClr val="dk1"/>
                </a:solidFill>
                <a:latin typeface="Poppins"/>
                <a:ea typeface="Poppins"/>
                <a:cs typeface="Poppins"/>
              </a:rPr>
              <a:t> layers</a:t>
            </a:r>
          </a:p>
        </p:txBody>
      </p:sp>
      <p:sp>
        <p:nvSpPr>
          <p:cNvPr id="13" name="Google Shape;416;p45">
            <a:extLst>
              <a:ext uri="{FF2B5EF4-FFF2-40B4-BE49-F238E27FC236}">
                <a16:creationId xmlns:a16="http://schemas.microsoft.com/office/drawing/2014/main" id="{51487497-3311-89EB-6ECE-0C20866D1A2E}"/>
              </a:ext>
            </a:extLst>
          </p:cNvPr>
          <p:cNvSpPr txBox="1"/>
          <p:nvPr/>
        </p:nvSpPr>
        <p:spPr>
          <a:xfrm flipH="1">
            <a:off x="7086399" y="1287619"/>
            <a:ext cx="1390191" cy="520132"/>
          </a:xfrm>
          <a:prstGeom prst="rect">
            <a:avLst/>
          </a:prstGeom>
          <a:solidFill>
            <a:schemeClr val="bg1">
              <a:lumMod val="95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Aprendizagem</a:t>
            </a:r>
            <a:r>
              <a:rPr lang="en" sz="1200">
                <a:solidFill>
                  <a:schemeClr val="dk1"/>
                </a:solidFill>
                <a:latin typeface="Poppins"/>
                <a:ea typeface="Poppins"/>
                <a:cs typeface="Poppins"/>
              </a:rPr>
              <a:t> </a:t>
            </a:r>
            <a:r>
              <a:rPr lang="en" sz="1200" b="1" err="1">
                <a:solidFill>
                  <a:schemeClr val="dk1"/>
                </a:solidFill>
                <a:latin typeface="Poppins"/>
                <a:ea typeface="Poppins"/>
                <a:cs typeface="Poppins"/>
              </a:rPr>
              <a:t>comum</a:t>
            </a:r>
            <a:endParaRPr lang="en" sz="1200" b="1">
              <a:solidFill>
                <a:schemeClr val="dk1"/>
              </a:solidFill>
              <a:latin typeface="Poppins"/>
              <a:ea typeface="Poppins"/>
              <a:cs typeface="Poppins"/>
            </a:endParaRPr>
          </a:p>
        </p:txBody>
      </p:sp>
      <p:sp>
        <p:nvSpPr>
          <p:cNvPr id="15" name="Google Shape;416;p45">
            <a:extLst>
              <a:ext uri="{FF2B5EF4-FFF2-40B4-BE49-F238E27FC236}">
                <a16:creationId xmlns:a16="http://schemas.microsoft.com/office/drawing/2014/main" id="{5380DFB1-05CD-6093-0B23-E100DC42A6B2}"/>
              </a:ext>
            </a:extLst>
          </p:cNvPr>
          <p:cNvSpPr txBox="1"/>
          <p:nvPr/>
        </p:nvSpPr>
        <p:spPr>
          <a:xfrm flipH="1">
            <a:off x="7086399" y="2167913"/>
            <a:ext cx="1385582" cy="368040"/>
          </a:xfrm>
          <a:prstGeom prst="rect">
            <a:avLst/>
          </a:prstGeom>
          <a:solidFill>
            <a:schemeClr val="bg1">
              <a:lumMod val="95000"/>
            </a:schemeClr>
          </a:solidFill>
          <a:ln>
            <a:noFill/>
          </a:ln>
        </p:spPr>
        <p:txBody>
          <a:bodyPr spcFirstLastPara="1" wrap="square" lIns="91425" tIns="91425" rIns="91425" bIns="91425" anchor="b" anchorCtr="0">
            <a:noAutofit/>
          </a:bodyPr>
          <a:lstStyle/>
          <a:p>
            <a:pPr algn="ctr"/>
            <a:r>
              <a:rPr lang="en" sz="1200" b="1" err="1">
                <a:solidFill>
                  <a:schemeClr val="dk1"/>
                </a:solidFill>
                <a:latin typeface="Poppins"/>
                <a:ea typeface="Poppins"/>
                <a:cs typeface="Poppins"/>
              </a:rPr>
              <a:t>Classificação</a:t>
            </a:r>
            <a:endParaRPr lang="en" sz="1200" b="1">
              <a:solidFill>
                <a:schemeClr val="dk1"/>
              </a:solidFill>
              <a:latin typeface="Poppins"/>
              <a:ea typeface="Poppins"/>
              <a:cs typeface="Poppins"/>
            </a:endParaRPr>
          </a:p>
        </p:txBody>
      </p:sp>
      <p:sp>
        <p:nvSpPr>
          <p:cNvPr id="17" name="Google Shape;416;p45">
            <a:extLst>
              <a:ext uri="{FF2B5EF4-FFF2-40B4-BE49-F238E27FC236}">
                <a16:creationId xmlns:a16="http://schemas.microsoft.com/office/drawing/2014/main" id="{4C145BDC-6808-CE97-F8DE-148FC96C38F9}"/>
              </a:ext>
            </a:extLst>
          </p:cNvPr>
          <p:cNvSpPr txBox="1"/>
          <p:nvPr/>
        </p:nvSpPr>
        <p:spPr>
          <a:xfrm flipH="1">
            <a:off x="7091008" y="2992902"/>
            <a:ext cx="1376363" cy="354213"/>
          </a:xfrm>
          <a:prstGeom prst="rect">
            <a:avLst/>
          </a:prstGeom>
          <a:solidFill>
            <a:schemeClr val="bg1">
              <a:lumMod val="95000"/>
            </a:schemeClr>
          </a:solidFill>
          <a:ln>
            <a:noFill/>
          </a:ln>
        </p:spPr>
        <p:txBody>
          <a:bodyPr spcFirstLastPara="1" wrap="square" lIns="91425" tIns="91425" rIns="91425" bIns="91425" anchor="b" anchorCtr="0">
            <a:noAutofit/>
          </a:bodyPr>
          <a:lstStyle/>
          <a:p>
            <a:pPr algn="ctr"/>
            <a:r>
              <a:rPr lang="en" sz="1200" b="1" err="1">
                <a:solidFill>
                  <a:schemeClr val="dk1"/>
                </a:solidFill>
                <a:latin typeface="Poppins"/>
                <a:ea typeface="Poppins"/>
                <a:cs typeface="Poppins"/>
              </a:rPr>
              <a:t>Regressão</a:t>
            </a:r>
            <a:endParaRPr lang="en" sz="1200" b="1">
              <a:solidFill>
                <a:schemeClr val="dk1"/>
              </a:solidFill>
              <a:latin typeface="Poppins"/>
              <a:ea typeface="Poppins"/>
              <a:cs typeface="Poppins"/>
            </a:endParaRPr>
          </a:p>
        </p:txBody>
      </p:sp>
      <p:sp>
        <p:nvSpPr>
          <p:cNvPr id="19" name="Google Shape;416;p45">
            <a:extLst>
              <a:ext uri="{FF2B5EF4-FFF2-40B4-BE49-F238E27FC236}">
                <a16:creationId xmlns:a16="http://schemas.microsoft.com/office/drawing/2014/main" id="{291C1453-CBE1-D321-8033-6F992511DD2D}"/>
              </a:ext>
            </a:extLst>
          </p:cNvPr>
          <p:cNvSpPr txBox="1"/>
          <p:nvPr/>
        </p:nvSpPr>
        <p:spPr>
          <a:xfrm flipH="1">
            <a:off x="4970927" y="1988168"/>
            <a:ext cx="984611" cy="354213"/>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600">
                <a:solidFill>
                  <a:schemeClr val="dk1"/>
                </a:solidFill>
                <a:latin typeface="Poppins"/>
                <a:ea typeface="Poppins"/>
                <a:cs typeface="Poppins"/>
              </a:rPr>
              <a:t>+</a:t>
            </a:r>
          </a:p>
        </p:txBody>
      </p:sp>
      <p:sp>
        <p:nvSpPr>
          <p:cNvPr id="21" name="Google Shape;329;p38">
            <a:extLst>
              <a:ext uri="{FF2B5EF4-FFF2-40B4-BE49-F238E27FC236}">
                <a16:creationId xmlns:a16="http://schemas.microsoft.com/office/drawing/2014/main" id="{C9CA29E9-9BC1-BB15-F741-5088D3A4FF45}"/>
              </a:ext>
            </a:extLst>
          </p:cNvPr>
          <p:cNvSpPr txBox="1">
            <a:spLocks noGrp="1"/>
          </p:cNvSpPr>
          <p:nvPr>
            <p:ph type="subTitle" idx="1"/>
          </p:nvPr>
        </p:nvSpPr>
        <p:spPr>
          <a:xfrm>
            <a:off x="1378817" y="3802965"/>
            <a:ext cx="3097073" cy="776508"/>
          </a:xfrm>
          <a:prstGeom prst="rect">
            <a:avLst/>
          </a:prstGeom>
        </p:spPr>
        <p:txBody>
          <a:bodyPr spcFirstLastPara="1" wrap="square" lIns="91425" tIns="91425" rIns="91425" bIns="91425" anchor="t" anchorCtr="0">
            <a:noAutofit/>
          </a:bodyPr>
          <a:lstStyle/>
          <a:p>
            <a:pPr marL="171450" indent="-171450">
              <a:buFont typeface="Arial"/>
              <a:buChar char="•"/>
            </a:pPr>
            <a:r>
              <a:rPr lang="en"/>
              <a:t>Adam optimizer </a:t>
            </a:r>
            <a:endParaRPr lang="pt-PT"/>
          </a:p>
          <a:p>
            <a:pPr marL="171450" indent="-171450">
              <a:buFont typeface="Arial"/>
              <a:buChar char="•"/>
            </a:pPr>
            <a:r>
              <a:rPr lang="en"/>
              <a:t>Learning rate scheduler </a:t>
            </a:r>
          </a:p>
          <a:p>
            <a:pPr marL="171450" indent="-171450">
              <a:buFont typeface="Arial"/>
              <a:buChar char="•"/>
            </a:pPr>
            <a:r>
              <a:rPr lang="en"/>
              <a:t>Early stopping</a:t>
            </a:r>
          </a:p>
          <a:p>
            <a:pPr marL="0" indent="0"/>
            <a:endParaRPr lang="en"/>
          </a:p>
        </p:txBody>
      </p:sp>
      <p:sp>
        <p:nvSpPr>
          <p:cNvPr id="22" name="Google Shape;416;p45">
            <a:extLst>
              <a:ext uri="{FF2B5EF4-FFF2-40B4-BE49-F238E27FC236}">
                <a16:creationId xmlns:a16="http://schemas.microsoft.com/office/drawing/2014/main" id="{15EB1003-B909-AC87-25F0-A8DD464CF8DD}"/>
              </a:ext>
            </a:extLst>
          </p:cNvPr>
          <p:cNvSpPr txBox="1"/>
          <p:nvPr/>
        </p:nvSpPr>
        <p:spPr>
          <a:xfrm flipH="1">
            <a:off x="4970927" y="3344600"/>
            <a:ext cx="984611" cy="354213"/>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600">
                <a:solidFill>
                  <a:schemeClr val="dk1"/>
                </a:solidFill>
                <a:latin typeface="Poppins"/>
                <a:ea typeface="Poppins"/>
                <a:cs typeface="Poppins"/>
              </a:rPr>
              <a:t>+</a:t>
            </a:r>
          </a:p>
        </p:txBody>
      </p:sp>
      <p:sp>
        <p:nvSpPr>
          <p:cNvPr id="23" name="Google Shape;416;p45">
            <a:extLst>
              <a:ext uri="{FF2B5EF4-FFF2-40B4-BE49-F238E27FC236}">
                <a16:creationId xmlns:a16="http://schemas.microsoft.com/office/drawing/2014/main" id="{4A57FF29-DFB9-2BA8-AC40-D63DC4C3DFCE}"/>
              </a:ext>
            </a:extLst>
          </p:cNvPr>
          <p:cNvSpPr txBox="1"/>
          <p:nvPr/>
        </p:nvSpPr>
        <p:spPr>
          <a:xfrm flipH="1">
            <a:off x="4832661" y="3985715"/>
            <a:ext cx="1256534" cy="354213"/>
          </a:xfrm>
          <a:prstGeom prst="rect">
            <a:avLst/>
          </a:prstGeom>
          <a:solidFill>
            <a:schemeClr val="bg2">
              <a:lumMod val="20000"/>
              <a:lumOff val="80000"/>
            </a:schemeClr>
          </a:solidFill>
          <a:ln>
            <a:solidFill>
              <a:schemeClr val="bg1"/>
            </a:solidFill>
          </a:ln>
        </p:spPr>
        <p:txBody>
          <a:bodyPr spcFirstLastPara="1" wrap="square" lIns="91425" tIns="91425" rIns="91425" bIns="91425" anchor="b" anchorCtr="0">
            <a:noAutofit/>
          </a:bodyPr>
          <a:lstStyle/>
          <a:p>
            <a:pPr algn="ctr"/>
            <a:r>
              <a:rPr lang="en" sz="1200" b="1">
                <a:solidFill>
                  <a:schemeClr val="dk1"/>
                </a:solidFill>
                <a:latin typeface="Poppins"/>
                <a:ea typeface="Poppins"/>
                <a:cs typeface="Poppins"/>
              </a:rPr>
              <a:t>Dropout </a:t>
            </a:r>
            <a:r>
              <a:rPr lang="en" sz="1200">
                <a:solidFill>
                  <a:schemeClr val="dk1"/>
                </a:solidFill>
                <a:latin typeface="Poppins"/>
                <a:ea typeface="Poppins"/>
                <a:cs typeface="Poppins"/>
              </a:rPr>
              <a:t>layer</a:t>
            </a:r>
          </a:p>
        </p:txBody>
      </p:sp>
      <p:sp>
        <p:nvSpPr>
          <p:cNvPr id="24" name="Google Shape;416;p45">
            <a:extLst>
              <a:ext uri="{FF2B5EF4-FFF2-40B4-BE49-F238E27FC236}">
                <a16:creationId xmlns:a16="http://schemas.microsoft.com/office/drawing/2014/main" id="{66268015-1086-835B-80C7-AE2AC586288F}"/>
              </a:ext>
            </a:extLst>
          </p:cNvPr>
          <p:cNvSpPr txBox="1"/>
          <p:nvPr/>
        </p:nvSpPr>
        <p:spPr>
          <a:xfrm flipH="1">
            <a:off x="7091008" y="3979198"/>
            <a:ext cx="1380972" cy="368043"/>
          </a:xfrm>
          <a:prstGeom prst="rect">
            <a:avLst/>
          </a:prstGeom>
          <a:solidFill>
            <a:schemeClr val="bg1">
              <a:lumMod val="95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Diminuir</a:t>
            </a:r>
            <a:r>
              <a:rPr lang="en" sz="1200">
                <a:solidFill>
                  <a:schemeClr val="dk1"/>
                </a:solidFill>
                <a:latin typeface="Poppins"/>
                <a:ea typeface="Poppins"/>
                <a:cs typeface="Poppins"/>
              </a:rPr>
              <a:t> </a:t>
            </a:r>
            <a:r>
              <a:rPr lang="en" sz="1200" b="1">
                <a:solidFill>
                  <a:schemeClr val="dk1"/>
                </a:solidFill>
                <a:latin typeface="Poppins"/>
                <a:ea typeface="Poppins"/>
                <a:cs typeface="Poppins"/>
              </a:rPr>
              <a:t>overfitting</a:t>
            </a:r>
            <a:r>
              <a:rPr lang="en" sz="1200">
                <a:solidFill>
                  <a:schemeClr val="dk1"/>
                </a:solidFill>
                <a:latin typeface="Poppins"/>
                <a:ea typeface="Poppins"/>
                <a:cs typeface="Poppins"/>
              </a:rPr>
              <a:t> </a:t>
            </a:r>
          </a:p>
        </p:txBody>
      </p:sp>
      <p:cxnSp>
        <p:nvCxnSpPr>
          <p:cNvPr id="27" name="Conexão reta unidirecional 26">
            <a:extLst>
              <a:ext uri="{FF2B5EF4-FFF2-40B4-BE49-F238E27FC236}">
                <a16:creationId xmlns:a16="http://schemas.microsoft.com/office/drawing/2014/main" id="{6331B2A3-0704-7613-91E8-DFAA5880EDBB}"/>
              </a:ext>
            </a:extLst>
          </p:cNvPr>
          <p:cNvCxnSpPr/>
          <p:nvPr/>
        </p:nvCxnSpPr>
        <p:spPr>
          <a:xfrm flipV="1">
            <a:off x="6039260" y="1546158"/>
            <a:ext cx="1041527" cy="27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xão reta unidirecional 27">
            <a:extLst>
              <a:ext uri="{FF2B5EF4-FFF2-40B4-BE49-F238E27FC236}">
                <a16:creationId xmlns:a16="http://schemas.microsoft.com/office/drawing/2014/main" id="{E1556FD6-CFBB-68A4-EFF0-100396EC06D9}"/>
              </a:ext>
            </a:extLst>
          </p:cNvPr>
          <p:cNvCxnSpPr>
            <a:cxnSpLocks/>
          </p:cNvCxnSpPr>
          <p:nvPr/>
        </p:nvCxnSpPr>
        <p:spPr>
          <a:xfrm flipV="1">
            <a:off x="6117611" y="4159388"/>
            <a:ext cx="967785" cy="73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xão reta unidirecional 28">
            <a:extLst>
              <a:ext uri="{FF2B5EF4-FFF2-40B4-BE49-F238E27FC236}">
                <a16:creationId xmlns:a16="http://schemas.microsoft.com/office/drawing/2014/main" id="{EAA1A8B7-A255-901A-3890-08A35051D94B}"/>
              </a:ext>
            </a:extLst>
          </p:cNvPr>
          <p:cNvCxnSpPr/>
          <p:nvPr/>
        </p:nvCxnSpPr>
        <p:spPr>
          <a:xfrm flipV="1">
            <a:off x="6285563" y="2333339"/>
            <a:ext cx="781397" cy="3877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xão reta unidirecional 29">
            <a:extLst>
              <a:ext uri="{FF2B5EF4-FFF2-40B4-BE49-F238E27FC236}">
                <a16:creationId xmlns:a16="http://schemas.microsoft.com/office/drawing/2014/main" id="{C75E0410-582E-A727-6EBC-AF09C19138C9}"/>
              </a:ext>
            </a:extLst>
          </p:cNvPr>
          <p:cNvCxnSpPr>
            <a:cxnSpLocks/>
          </p:cNvCxnSpPr>
          <p:nvPr/>
        </p:nvCxnSpPr>
        <p:spPr>
          <a:xfrm>
            <a:off x="6285563" y="2725719"/>
            <a:ext cx="772180" cy="469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22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D8844D9A-97EE-1AB4-37AC-C889958163B0}"/>
            </a:ext>
          </a:extLst>
        </p:cNvPr>
        <p:cNvGrpSpPr/>
        <p:nvPr/>
      </p:nvGrpSpPr>
      <p:grpSpPr>
        <a:xfrm>
          <a:off x="0" y="0"/>
          <a:ext cx="0" cy="0"/>
          <a:chOff x="0" y="0"/>
          <a:chExt cx="0" cy="0"/>
        </a:xfrm>
      </p:grpSpPr>
      <p:sp>
        <p:nvSpPr>
          <p:cNvPr id="260" name="Google Shape;260;p33">
            <a:extLst>
              <a:ext uri="{FF2B5EF4-FFF2-40B4-BE49-F238E27FC236}">
                <a16:creationId xmlns:a16="http://schemas.microsoft.com/office/drawing/2014/main" id="{73E09E32-C275-AA88-85A3-F3A233235B17}"/>
              </a:ext>
            </a:extLst>
          </p:cNvPr>
          <p:cNvSpPr txBox="1">
            <a:spLocks noGrp="1"/>
          </p:cNvSpPr>
          <p:nvPr>
            <p:ph type="title"/>
          </p:nvPr>
        </p:nvSpPr>
        <p:spPr>
          <a:xfrm>
            <a:off x="1101228" y="2570254"/>
            <a:ext cx="4785457" cy="9172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Resultado e Discussão</a:t>
            </a:r>
          </a:p>
        </p:txBody>
      </p:sp>
      <p:sp>
        <p:nvSpPr>
          <p:cNvPr id="261" name="Google Shape;261;p33">
            <a:extLst>
              <a:ext uri="{FF2B5EF4-FFF2-40B4-BE49-F238E27FC236}">
                <a16:creationId xmlns:a16="http://schemas.microsoft.com/office/drawing/2014/main" id="{A16D1FD8-4753-6100-CBC8-AA6FB26B77C0}"/>
              </a:ext>
            </a:extLst>
          </p:cNvPr>
          <p:cNvSpPr txBox="1">
            <a:spLocks noGrp="1"/>
          </p:cNvSpPr>
          <p:nvPr>
            <p:ph type="title" idx="2"/>
          </p:nvPr>
        </p:nvSpPr>
        <p:spPr>
          <a:xfrm>
            <a:off x="1112011" y="1677531"/>
            <a:ext cx="1288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grpSp>
        <p:nvGrpSpPr>
          <p:cNvPr id="262" name="Google Shape;262;p33">
            <a:extLst>
              <a:ext uri="{FF2B5EF4-FFF2-40B4-BE49-F238E27FC236}">
                <a16:creationId xmlns:a16="http://schemas.microsoft.com/office/drawing/2014/main" id="{835F0986-BB7B-4755-1754-C9AAD8F742AA}"/>
              </a:ext>
            </a:extLst>
          </p:cNvPr>
          <p:cNvGrpSpPr/>
          <p:nvPr/>
        </p:nvGrpSpPr>
        <p:grpSpPr>
          <a:xfrm flipH="1">
            <a:off x="-93625" y="2521475"/>
            <a:ext cx="4993500" cy="0"/>
            <a:chOff x="2220050" y="1547100"/>
            <a:chExt cx="4993500" cy="0"/>
          </a:xfrm>
        </p:grpSpPr>
        <p:cxnSp>
          <p:nvCxnSpPr>
            <p:cNvPr id="263" name="Google Shape;263;p33">
              <a:extLst>
                <a:ext uri="{FF2B5EF4-FFF2-40B4-BE49-F238E27FC236}">
                  <a16:creationId xmlns:a16="http://schemas.microsoft.com/office/drawing/2014/main" id="{583A0E11-1E00-3236-35F2-D6BBFB545419}"/>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64" name="Google Shape;264;p33">
              <a:extLst>
                <a:ext uri="{FF2B5EF4-FFF2-40B4-BE49-F238E27FC236}">
                  <a16:creationId xmlns:a16="http://schemas.microsoft.com/office/drawing/2014/main" id="{5CCA8F44-F4D1-705D-2467-769598D1A91A}"/>
                </a:ext>
              </a:extLst>
            </p:cNvPr>
            <p:cNvCxnSpPr/>
            <p:nvPr/>
          </p:nvCxnSpPr>
          <p:spPr>
            <a:xfrm>
              <a:off x="2684450" y="1547100"/>
              <a:ext cx="45291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770452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D0B61638-C2EE-4756-3E7E-C875DFECD668}"/>
            </a:ext>
          </a:extLst>
        </p:cNvPr>
        <p:cNvGrpSpPr/>
        <p:nvPr/>
      </p:nvGrpSpPr>
      <p:grpSpPr>
        <a:xfrm>
          <a:off x="0" y="0"/>
          <a:ext cx="0" cy="0"/>
          <a:chOff x="0" y="0"/>
          <a:chExt cx="0" cy="0"/>
        </a:xfrm>
      </p:grpSpPr>
      <p:sp>
        <p:nvSpPr>
          <p:cNvPr id="408" name="Google Shape;408;p44">
            <a:extLst>
              <a:ext uri="{FF2B5EF4-FFF2-40B4-BE49-F238E27FC236}">
                <a16:creationId xmlns:a16="http://schemas.microsoft.com/office/drawing/2014/main" id="{C92541A1-1F66-0157-3A37-6485D3925844}"/>
              </a:ext>
            </a:extLst>
          </p:cNvPr>
          <p:cNvSpPr txBox="1">
            <a:spLocks noGrp="1"/>
          </p:cNvSpPr>
          <p:nvPr>
            <p:ph type="title"/>
          </p:nvPr>
        </p:nvSpPr>
        <p:spPr>
          <a:xfrm>
            <a:off x="645907" y="504576"/>
            <a:ext cx="3740488" cy="572700"/>
          </a:xfrm>
          <a:prstGeom prst="rect">
            <a:avLst/>
          </a:prstGeom>
        </p:spPr>
        <p:txBody>
          <a:bodyPr spcFirstLastPara="1" wrap="square" lIns="91425" tIns="91425" rIns="91425" bIns="91425" anchor="t" anchorCtr="0">
            <a:noAutofit/>
          </a:bodyPr>
          <a:lstStyle/>
          <a:p>
            <a:r>
              <a:rPr lang="en"/>
              <a:t>Análise Estatística</a:t>
            </a:r>
          </a:p>
        </p:txBody>
      </p:sp>
      <p:pic>
        <p:nvPicPr>
          <p:cNvPr id="6" name="Picture 5" descr="A group of blue and white graphs&#10;&#10;Description automatically generated">
            <a:extLst>
              <a:ext uri="{FF2B5EF4-FFF2-40B4-BE49-F238E27FC236}">
                <a16:creationId xmlns:a16="http://schemas.microsoft.com/office/drawing/2014/main" id="{A0FA9573-63E1-9684-4216-077A47671D80}"/>
              </a:ext>
            </a:extLst>
          </p:cNvPr>
          <p:cNvPicPr>
            <a:picLocks noChangeAspect="1"/>
          </p:cNvPicPr>
          <p:nvPr/>
        </p:nvPicPr>
        <p:blipFill>
          <a:blip r:embed="rId3"/>
          <a:stretch>
            <a:fillRect/>
          </a:stretch>
        </p:blipFill>
        <p:spPr>
          <a:xfrm>
            <a:off x="4386395" y="504576"/>
            <a:ext cx="4269253" cy="4246682"/>
          </a:xfrm>
          <a:prstGeom prst="rect">
            <a:avLst/>
          </a:prstGeom>
        </p:spPr>
      </p:pic>
      <p:sp>
        <p:nvSpPr>
          <p:cNvPr id="7" name="TextBox 6">
            <a:extLst>
              <a:ext uri="{FF2B5EF4-FFF2-40B4-BE49-F238E27FC236}">
                <a16:creationId xmlns:a16="http://schemas.microsoft.com/office/drawing/2014/main" id="{4EA8E8B2-2FA5-6B82-7516-77041556E553}"/>
              </a:ext>
            </a:extLst>
          </p:cNvPr>
          <p:cNvSpPr txBox="1"/>
          <p:nvPr/>
        </p:nvSpPr>
        <p:spPr>
          <a:xfrm>
            <a:off x="720000" y="1367445"/>
            <a:ext cx="3283589" cy="2800767"/>
          </a:xfrm>
          <a:prstGeom prst="rect">
            <a:avLst/>
          </a:prstGeom>
          <a:noFill/>
        </p:spPr>
        <p:txBody>
          <a:bodyPr wrap="square" rtlCol="0">
            <a:spAutoFit/>
          </a:bodyPr>
          <a:lstStyle/>
          <a:p>
            <a:pPr marL="342900" indent="-342900">
              <a:buFont typeface="Wingdings" panose="05000000000000000000" pitchFamily="2" charset="2"/>
              <a:buChar char="Ø"/>
            </a:pPr>
            <a:r>
              <a:rPr lang="pt-PT" sz="1600">
                <a:latin typeface="Poppins" panose="00000500000000000000" pitchFamily="2" charset="0"/>
                <a:cs typeface="Poppins" panose="00000500000000000000" pitchFamily="2" charset="0"/>
              </a:rPr>
              <a:t>Mesma distribuição Gaussiana dos três sets para a </a:t>
            </a:r>
            <a:r>
              <a:rPr lang="pt-PT" sz="1600" err="1">
                <a:latin typeface="Poppins" panose="00000500000000000000" pitchFamily="2" charset="0"/>
                <a:cs typeface="Poppins" panose="00000500000000000000" pitchFamily="2" charset="0"/>
              </a:rPr>
              <a:t>label</a:t>
            </a:r>
            <a:r>
              <a:rPr lang="pt-PT" sz="1600">
                <a:latin typeface="Poppins" panose="00000500000000000000" pitchFamily="2" charset="0"/>
                <a:cs typeface="Poppins" panose="00000500000000000000" pitchFamily="2" charset="0"/>
              </a:rPr>
              <a:t> </a:t>
            </a:r>
            <a:r>
              <a:rPr lang="pt-PT" sz="1600" err="1">
                <a:latin typeface="Poppins" panose="00000500000000000000" pitchFamily="2" charset="0"/>
                <a:cs typeface="Poppins" panose="00000500000000000000" pitchFamily="2" charset="0"/>
              </a:rPr>
              <a:t>expected</a:t>
            </a:r>
            <a:r>
              <a:rPr lang="pt-PT" sz="1600">
                <a:latin typeface="Poppins" panose="00000500000000000000" pitchFamily="2" charset="0"/>
                <a:cs typeface="Poppins" panose="00000500000000000000" pitchFamily="2" charset="0"/>
              </a:rPr>
              <a:t> </a:t>
            </a:r>
            <a:r>
              <a:rPr lang="pt-PT" sz="1600" err="1">
                <a:latin typeface="Poppins" panose="00000500000000000000" pitchFamily="2" charset="0"/>
                <a:cs typeface="Poppins" panose="00000500000000000000" pitchFamily="2" charset="0"/>
              </a:rPr>
              <a:t>efficiency</a:t>
            </a:r>
            <a:endParaRPr lang="pt-PT" sz="1600">
              <a:latin typeface="Poppins" panose="00000500000000000000" pitchFamily="2" charset="0"/>
              <a:cs typeface="Poppins" panose="00000500000000000000" pitchFamily="2" charset="0"/>
            </a:endParaRPr>
          </a:p>
          <a:p>
            <a:pPr marL="342900" indent="-342900">
              <a:buFont typeface="Wingdings" panose="05000000000000000000" pitchFamily="2" charset="2"/>
              <a:buChar char="Ø"/>
            </a:pPr>
            <a:r>
              <a:rPr lang="pt-PT" sz="1600">
                <a:latin typeface="Poppins" panose="00000500000000000000" pitchFamily="2" charset="0"/>
                <a:cs typeface="Poppins" panose="00000500000000000000" pitchFamily="2" charset="0"/>
              </a:rPr>
              <a:t>Mesma frequência relativa nos três sets de cada classe da </a:t>
            </a:r>
            <a:r>
              <a:rPr lang="pt-PT" sz="1600" err="1">
                <a:latin typeface="Poppins" panose="00000500000000000000" pitchFamily="2" charset="0"/>
                <a:cs typeface="Poppins" panose="00000500000000000000" pitchFamily="2" charset="0"/>
              </a:rPr>
              <a:t>label</a:t>
            </a:r>
            <a:r>
              <a:rPr lang="pt-PT" sz="1600">
                <a:latin typeface="Poppins" panose="00000500000000000000" pitchFamily="2" charset="0"/>
                <a:cs typeface="Poppins" panose="00000500000000000000" pitchFamily="2" charset="0"/>
              </a:rPr>
              <a:t> </a:t>
            </a:r>
            <a:r>
              <a:rPr lang="pt-PT" sz="1600" err="1">
                <a:latin typeface="Poppins" panose="00000500000000000000" pitchFamily="2" charset="0"/>
                <a:cs typeface="Poppins" panose="00000500000000000000" pitchFamily="2" charset="0"/>
              </a:rPr>
              <a:t>efficiency</a:t>
            </a:r>
            <a:r>
              <a:rPr lang="pt-PT" sz="1600">
                <a:latin typeface="Poppins" panose="00000500000000000000" pitchFamily="2" charset="0"/>
                <a:cs typeface="Poppins" panose="00000500000000000000" pitchFamily="2" charset="0"/>
              </a:rPr>
              <a:t> </a:t>
            </a:r>
            <a:r>
              <a:rPr lang="pt-PT" sz="1600" err="1">
                <a:latin typeface="Poppins" panose="00000500000000000000" pitchFamily="2" charset="0"/>
                <a:cs typeface="Poppins" panose="00000500000000000000" pitchFamily="2" charset="0"/>
              </a:rPr>
              <a:t>level</a:t>
            </a:r>
            <a:endParaRPr lang="pt-PT" sz="1600">
              <a:latin typeface="Poppins" panose="00000500000000000000" pitchFamily="2" charset="0"/>
              <a:cs typeface="Poppins" panose="00000500000000000000" pitchFamily="2" charset="0"/>
            </a:endParaRPr>
          </a:p>
          <a:p>
            <a:pPr marL="342900" indent="-342900">
              <a:buFont typeface="Wingdings" panose="05000000000000000000" pitchFamily="2" charset="2"/>
              <a:buChar char="Ø"/>
            </a:pPr>
            <a:r>
              <a:rPr lang="pt-PT" sz="1600" err="1">
                <a:latin typeface="Poppins" panose="00000500000000000000" pitchFamily="2" charset="0"/>
                <a:cs typeface="Poppins" panose="00000500000000000000" pitchFamily="2" charset="0"/>
              </a:rPr>
              <a:t>Dataset</a:t>
            </a:r>
            <a:r>
              <a:rPr lang="pt-PT" sz="1600">
                <a:latin typeface="Poppins" panose="00000500000000000000" pitchFamily="2" charset="0"/>
                <a:cs typeface="Poppins" panose="00000500000000000000" pitchFamily="2" charset="0"/>
              </a:rPr>
              <a:t> desequilibrado para problemas de classificação</a:t>
            </a:r>
          </a:p>
        </p:txBody>
      </p:sp>
    </p:spTree>
    <p:extLst>
      <p:ext uri="{BB962C8B-B14F-4D97-AF65-F5344CB8AC3E}">
        <p14:creationId xmlns:p14="http://schemas.microsoft.com/office/powerpoint/2010/main" val="216561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D0B61638-C2EE-4756-3E7E-C875DFECD668}"/>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9CFEA807-08BF-D589-3AFA-A6CE2B641831}"/>
              </a:ext>
            </a:extLst>
          </p:cNvPr>
          <p:cNvSpPr>
            <a:spLocks noGrp="1"/>
          </p:cNvSpPr>
          <p:nvPr>
            <p:ph type="title"/>
          </p:nvPr>
        </p:nvSpPr>
        <p:spPr/>
        <p:txBody>
          <a:bodyPr/>
          <a:lstStyle/>
          <a:p>
            <a:r>
              <a:rPr lang="pt-PT"/>
              <a:t>Análise componentes principais (PCA)</a:t>
            </a:r>
          </a:p>
        </p:txBody>
      </p:sp>
      <p:pic>
        <p:nvPicPr>
          <p:cNvPr id="8" name="Imagem 7" descr="Uma imagem com captura de ecrã, texto&#10;&#10;Descrição gerada automaticamente">
            <a:extLst>
              <a:ext uri="{FF2B5EF4-FFF2-40B4-BE49-F238E27FC236}">
                <a16:creationId xmlns:a16="http://schemas.microsoft.com/office/drawing/2014/main" id="{E92F5D4A-DAB5-8A7D-FF9D-19454D6AC633}"/>
              </a:ext>
            </a:extLst>
          </p:cNvPr>
          <p:cNvPicPr>
            <a:picLocks noChangeAspect="1"/>
          </p:cNvPicPr>
          <p:nvPr/>
        </p:nvPicPr>
        <p:blipFill>
          <a:blip r:embed="rId3"/>
          <a:stretch>
            <a:fillRect/>
          </a:stretch>
        </p:blipFill>
        <p:spPr>
          <a:xfrm>
            <a:off x="721749" y="1254535"/>
            <a:ext cx="3483385" cy="2634429"/>
          </a:xfrm>
          <a:prstGeom prst="rect">
            <a:avLst/>
          </a:prstGeom>
        </p:spPr>
      </p:pic>
      <p:sp>
        <p:nvSpPr>
          <p:cNvPr id="12" name="Google Shape;329;p38">
            <a:extLst>
              <a:ext uri="{FF2B5EF4-FFF2-40B4-BE49-F238E27FC236}">
                <a16:creationId xmlns:a16="http://schemas.microsoft.com/office/drawing/2014/main" id="{C6F597CD-4357-EC78-753C-F4A6C068CBCB}"/>
              </a:ext>
            </a:extLst>
          </p:cNvPr>
          <p:cNvSpPr txBox="1">
            <a:spLocks/>
          </p:cNvSpPr>
          <p:nvPr/>
        </p:nvSpPr>
        <p:spPr>
          <a:xfrm>
            <a:off x="719749" y="3890533"/>
            <a:ext cx="3475000" cy="53684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Wingdings"/>
              <a:buChar char="Ø"/>
            </a:pPr>
            <a:r>
              <a:rPr lang="en" sz="1200" err="1">
                <a:latin typeface="Poppins "/>
              </a:rPr>
              <a:t>Correlação</a:t>
            </a:r>
            <a:r>
              <a:rPr lang="en" sz="1200">
                <a:latin typeface="Poppins "/>
              </a:rPr>
              <a:t> </a:t>
            </a:r>
            <a:r>
              <a:rPr lang="en" sz="1200" b="1" err="1">
                <a:latin typeface="Poppins "/>
              </a:rPr>
              <a:t>negativa</a:t>
            </a:r>
            <a:r>
              <a:rPr lang="en" sz="1200">
                <a:latin typeface="Poppins "/>
              </a:rPr>
              <a:t> entre a </a:t>
            </a:r>
            <a:r>
              <a:rPr lang="en" sz="1200" err="1">
                <a:latin typeface="Poppins "/>
              </a:rPr>
              <a:t>área</a:t>
            </a:r>
            <a:r>
              <a:rPr lang="en" sz="1200">
                <a:latin typeface="Poppins "/>
              </a:rPr>
              <a:t> </a:t>
            </a:r>
            <a:r>
              <a:rPr lang="en" sz="1200" err="1">
                <a:latin typeface="Poppins "/>
              </a:rPr>
              <a:t>afetada</a:t>
            </a:r>
            <a:r>
              <a:rPr lang="en" sz="1200">
                <a:latin typeface="Poppins "/>
              </a:rPr>
              <a:t> </a:t>
            </a:r>
            <a:r>
              <a:rPr lang="en" sz="1200" err="1">
                <a:latin typeface="Poppins "/>
              </a:rPr>
              <a:t>relativa</a:t>
            </a:r>
            <a:r>
              <a:rPr lang="en" sz="1200">
                <a:latin typeface="Poppins "/>
              </a:rPr>
              <a:t> e o ISC </a:t>
            </a:r>
            <a:endParaRPr lang="pt-PT" sz="1200">
              <a:latin typeface="Poppins "/>
            </a:endParaRPr>
          </a:p>
        </p:txBody>
      </p:sp>
      <p:sp>
        <p:nvSpPr>
          <p:cNvPr id="14" name="Google Shape;416;p45">
            <a:extLst>
              <a:ext uri="{FF2B5EF4-FFF2-40B4-BE49-F238E27FC236}">
                <a16:creationId xmlns:a16="http://schemas.microsoft.com/office/drawing/2014/main" id="{19FB2885-485A-1491-2546-FB76C6A957C7}"/>
              </a:ext>
            </a:extLst>
          </p:cNvPr>
          <p:cNvSpPr txBox="1"/>
          <p:nvPr/>
        </p:nvSpPr>
        <p:spPr>
          <a:xfrm flipH="1">
            <a:off x="4822013" y="1408879"/>
            <a:ext cx="1235873" cy="462600"/>
          </a:xfrm>
          <a:prstGeom prst="rect">
            <a:avLst/>
          </a:prstGeom>
          <a:solidFill>
            <a:schemeClr val="bg1">
              <a:lumMod val="95000"/>
            </a:schemeClr>
          </a:solidFill>
          <a:ln>
            <a:solidFill>
              <a:schemeClr val="bg1"/>
            </a:solid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Componente</a:t>
            </a:r>
            <a:r>
              <a:rPr lang="en" sz="1200">
                <a:solidFill>
                  <a:schemeClr val="dk1"/>
                </a:solidFill>
                <a:latin typeface="Poppins"/>
                <a:ea typeface="Poppins"/>
                <a:cs typeface="Poppins"/>
              </a:rPr>
              <a:t> principal 1 </a:t>
            </a:r>
          </a:p>
        </p:txBody>
      </p:sp>
      <p:sp>
        <p:nvSpPr>
          <p:cNvPr id="16" name="Google Shape;416;p45">
            <a:extLst>
              <a:ext uri="{FF2B5EF4-FFF2-40B4-BE49-F238E27FC236}">
                <a16:creationId xmlns:a16="http://schemas.microsoft.com/office/drawing/2014/main" id="{9D8B539C-5BB2-E04F-0CB5-351EDA48A460}"/>
              </a:ext>
            </a:extLst>
          </p:cNvPr>
          <p:cNvSpPr txBox="1"/>
          <p:nvPr/>
        </p:nvSpPr>
        <p:spPr>
          <a:xfrm flipH="1">
            <a:off x="6974354" y="1408879"/>
            <a:ext cx="1235873" cy="462600"/>
          </a:xfrm>
          <a:prstGeom prst="rect">
            <a:avLst/>
          </a:prstGeom>
          <a:solidFill>
            <a:schemeClr val="bg1">
              <a:lumMod val="95000"/>
            </a:schemeClr>
          </a:solidFill>
          <a:ln>
            <a:noFill/>
          </a:ln>
        </p:spPr>
        <p:txBody>
          <a:bodyPr spcFirstLastPara="1" wrap="square" lIns="91425" tIns="91425" rIns="91425" bIns="91425" anchor="ctr" anchorCtr="0">
            <a:noAutofit/>
          </a:bodyPr>
          <a:lstStyle/>
          <a:p>
            <a:pPr algn="ctr"/>
            <a:r>
              <a:rPr lang="en" sz="1200" err="1">
                <a:solidFill>
                  <a:schemeClr val="dk1"/>
                </a:solidFill>
                <a:latin typeface="Poppins"/>
                <a:ea typeface="Poppins"/>
                <a:cs typeface="Poppins"/>
              </a:rPr>
              <a:t>Componente</a:t>
            </a:r>
            <a:r>
              <a:rPr lang="en" sz="1200">
                <a:solidFill>
                  <a:schemeClr val="dk1"/>
                </a:solidFill>
                <a:latin typeface="Poppins"/>
                <a:ea typeface="Poppins"/>
                <a:cs typeface="Poppins"/>
              </a:rPr>
              <a:t> principal 2 </a:t>
            </a:r>
          </a:p>
        </p:txBody>
      </p:sp>
      <p:sp>
        <p:nvSpPr>
          <p:cNvPr id="17" name="Google Shape;416;p45">
            <a:extLst>
              <a:ext uri="{FF2B5EF4-FFF2-40B4-BE49-F238E27FC236}">
                <a16:creationId xmlns:a16="http://schemas.microsoft.com/office/drawing/2014/main" id="{47895C72-96A6-3A24-27EF-5BC8EB16C365}"/>
              </a:ext>
            </a:extLst>
          </p:cNvPr>
          <p:cNvSpPr txBox="1"/>
          <p:nvPr/>
        </p:nvSpPr>
        <p:spPr>
          <a:xfrm flipH="1">
            <a:off x="4734444" y="2602577"/>
            <a:ext cx="1498579" cy="646954"/>
          </a:xfrm>
          <a:prstGeom prst="rect">
            <a:avLst/>
          </a:prstGeom>
          <a:solidFill>
            <a:schemeClr val="bg2">
              <a:lumMod val="20000"/>
              <a:lumOff val="80000"/>
            </a:schemeClr>
          </a:solidFill>
          <a:ln>
            <a:noFill/>
          </a:ln>
        </p:spPr>
        <p:txBody>
          <a:bodyPr spcFirstLastPara="1" wrap="square" lIns="91425" tIns="91425" rIns="91425" bIns="91425" anchor="ctr" anchorCtr="0">
            <a:noAutofit/>
          </a:bodyPr>
          <a:lstStyle/>
          <a:p>
            <a:pPr algn="ctr"/>
            <a:r>
              <a:rPr lang="en" sz="1200" b="1">
                <a:solidFill>
                  <a:schemeClr val="dk1"/>
                </a:solidFill>
                <a:latin typeface="Poppins"/>
                <a:ea typeface="Poppins"/>
                <a:cs typeface="Poppins"/>
              </a:rPr>
              <a:t>ISC</a:t>
            </a:r>
            <a:endParaRPr lang="pt-PT" b="1">
              <a:solidFill>
                <a:schemeClr val="dk1"/>
              </a:solidFill>
            </a:endParaRPr>
          </a:p>
          <a:p>
            <a:pPr algn="ctr"/>
            <a:r>
              <a:rPr lang="en" sz="1200">
                <a:solidFill>
                  <a:schemeClr val="dk1"/>
                </a:solidFill>
                <a:latin typeface="Poppins"/>
                <a:ea typeface="Poppins"/>
                <a:cs typeface="Poppins"/>
              </a:rPr>
              <a:t>(Short-circuit current) </a:t>
            </a:r>
            <a:endParaRPr lang="en">
              <a:solidFill>
                <a:schemeClr val="dk1"/>
              </a:solidFill>
            </a:endParaRPr>
          </a:p>
        </p:txBody>
      </p:sp>
      <p:sp>
        <p:nvSpPr>
          <p:cNvPr id="18" name="Google Shape;416;p45">
            <a:extLst>
              <a:ext uri="{FF2B5EF4-FFF2-40B4-BE49-F238E27FC236}">
                <a16:creationId xmlns:a16="http://schemas.microsoft.com/office/drawing/2014/main" id="{9D76369B-90EE-DB4C-110F-F3DD8B8CE084}"/>
              </a:ext>
            </a:extLst>
          </p:cNvPr>
          <p:cNvSpPr txBox="1"/>
          <p:nvPr/>
        </p:nvSpPr>
        <p:spPr>
          <a:xfrm flipH="1">
            <a:off x="6974356" y="2694754"/>
            <a:ext cx="1235873" cy="462600"/>
          </a:xfrm>
          <a:prstGeom prst="rect">
            <a:avLst/>
          </a:prstGeom>
          <a:solidFill>
            <a:schemeClr val="bg2">
              <a:lumMod val="20000"/>
              <a:lumOff val="80000"/>
            </a:schemeClr>
          </a:solidFill>
          <a:ln>
            <a:noFill/>
          </a:ln>
        </p:spPr>
        <p:txBody>
          <a:bodyPr spcFirstLastPara="1" wrap="square" lIns="91425" tIns="91425" rIns="91425" bIns="91425" anchor="ctr" anchorCtr="0">
            <a:noAutofit/>
          </a:bodyPr>
          <a:lstStyle/>
          <a:p>
            <a:pPr algn="ctr"/>
            <a:r>
              <a:rPr lang="en" sz="1200" b="1" err="1">
                <a:solidFill>
                  <a:schemeClr val="dk1"/>
                </a:solidFill>
                <a:latin typeface="Poppins"/>
                <a:ea typeface="Poppins"/>
                <a:cs typeface="Poppins"/>
              </a:rPr>
              <a:t>Área</a:t>
            </a:r>
            <a:r>
              <a:rPr lang="en" sz="1200" b="1">
                <a:solidFill>
                  <a:schemeClr val="dk1"/>
                </a:solidFill>
                <a:latin typeface="Poppins"/>
                <a:ea typeface="Poppins"/>
                <a:cs typeface="Poppins"/>
              </a:rPr>
              <a:t> </a:t>
            </a:r>
            <a:r>
              <a:rPr lang="en" sz="1200" b="1" err="1">
                <a:solidFill>
                  <a:schemeClr val="dk1"/>
                </a:solidFill>
                <a:latin typeface="Poppins"/>
                <a:ea typeface="Poppins"/>
                <a:cs typeface="Poppins"/>
              </a:rPr>
              <a:t>afetada</a:t>
            </a:r>
            <a:r>
              <a:rPr lang="en" sz="1200">
                <a:solidFill>
                  <a:schemeClr val="dk1"/>
                </a:solidFill>
                <a:latin typeface="Poppins"/>
                <a:ea typeface="Poppins"/>
                <a:cs typeface="Poppins"/>
              </a:rPr>
              <a:t> </a:t>
            </a:r>
            <a:r>
              <a:rPr lang="en" sz="1200" err="1">
                <a:solidFill>
                  <a:schemeClr val="dk1"/>
                </a:solidFill>
                <a:latin typeface="Poppins"/>
                <a:ea typeface="Poppins"/>
                <a:cs typeface="Poppins"/>
              </a:rPr>
              <a:t>relativa</a:t>
            </a:r>
            <a:endParaRPr lang="en" sz="1200">
              <a:solidFill>
                <a:schemeClr val="dk1"/>
              </a:solidFill>
              <a:latin typeface="Poppins"/>
              <a:ea typeface="Poppins"/>
              <a:cs typeface="Poppins"/>
            </a:endParaRPr>
          </a:p>
        </p:txBody>
      </p:sp>
      <p:sp>
        <p:nvSpPr>
          <p:cNvPr id="19" name="Google Shape;416;p45">
            <a:extLst>
              <a:ext uri="{FF2B5EF4-FFF2-40B4-BE49-F238E27FC236}">
                <a16:creationId xmlns:a16="http://schemas.microsoft.com/office/drawing/2014/main" id="{C8CC36A9-EF0B-727C-2A57-2EF7A9B8B620}"/>
              </a:ext>
            </a:extLst>
          </p:cNvPr>
          <p:cNvSpPr txBox="1"/>
          <p:nvPr/>
        </p:nvSpPr>
        <p:spPr>
          <a:xfrm flipH="1">
            <a:off x="5222984" y="3870016"/>
            <a:ext cx="530716" cy="292073"/>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200" b="1">
                <a:solidFill>
                  <a:schemeClr val="dk1"/>
                </a:solidFill>
                <a:latin typeface="Poppins"/>
                <a:ea typeface="Poppins"/>
                <a:cs typeface="Poppins"/>
              </a:rPr>
              <a:t>46%</a:t>
            </a:r>
          </a:p>
        </p:txBody>
      </p:sp>
      <p:sp>
        <p:nvSpPr>
          <p:cNvPr id="21" name="Google Shape;416;p45">
            <a:extLst>
              <a:ext uri="{FF2B5EF4-FFF2-40B4-BE49-F238E27FC236}">
                <a16:creationId xmlns:a16="http://schemas.microsoft.com/office/drawing/2014/main" id="{CC754DD1-900D-B92E-5A03-CC31AE1A116B}"/>
              </a:ext>
            </a:extLst>
          </p:cNvPr>
          <p:cNvSpPr txBox="1"/>
          <p:nvPr/>
        </p:nvSpPr>
        <p:spPr>
          <a:xfrm flipH="1">
            <a:off x="7310803" y="3870016"/>
            <a:ext cx="530716" cy="292073"/>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200" b="1">
                <a:solidFill>
                  <a:schemeClr val="dk1"/>
                </a:solidFill>
                <a:latin typeface="Poppins"/>
                <a:ea typeface="Poppins"/>
                <a:cs typeface="Poppins"/>
              </a:rPr>
              <a:t>25%</a:t>
            </a:r>
          </a:p>
        </p:txBody>
      </p:sp>
      <p:cxnSp>
        <p:nvCxnSpPr>
          <p:cNvPr id="23" name="Conexão reta unidirecional 22">
            <a:extLst>
              <a:ext uri="{FF2B5EF4-FFF2-40B4-BE49-F238E27FC236}">
                <a16:creationId xmlns:a16="http://schemas.microsoft.com/office/drawing/2014/main" id="{DB881766-2772-3676-77EB-C43F08F5D426}"/>
              </a:ext>
            </a:extLst>
          </p:cNvPr>
          <p:cNvCxnSpPr>
            <a:cxnSpLocks/>
          </p:cNvCxnSpPr>
          <p:nvPr/>
        </p:nvCxnSpPr>
        <p:spPr>
          <a:xfrm>
            <a:off x="5458541" y="1871513"/>
            <a:ext cx="4534" cy="70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xão reta unidirecional 23">
            <a:extLst>
              <a:ext uri="{FF2B5EF4-FFF2-40B4-BE49-F238E27FC236}">
                <a16:creationId xmlns:a16="http://schemas.microsoft.com/office/drawing/2014/main" id="{EAF536F4-C026-4B77-A8A4-AAED6D2F57C1}"/>
              </a:ext>
            </a:extLst>
          </p:cNvPr>
          <p:cNvCxnSpPr>
            <a:cxnSpLocks/>
          </p:cNvCxnSpPr>
          <p:nvPr/>
        </p:nvCxnSpPr>
        <p:spPr>
          <a:xfrm flipH="1">
            <a:off x="7596981" y="1889949"/>
            <a:ext cx="4684" cy="7946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xão reta unidirecional 24">
            <a:extLst>
              <a:ext uri="{FF2B5EF4-FFF2-40B4-BE49-F238E27FC236}">
                <a16:creationId xmlns:a16="http://schemas.microsoft.com/office/drawing/2014/main" id="{3C644457-28B5-7CD3-2296-2A194AA49849}"/>
              </a:ext>
            </a:extLst>
          </p:cNvPr>
          <p:cNvCxnSpPr>
            <a:cxnSpLocks/>
          </p:cNvCxnSpPr>
          <p:nvPr/>
        </p:nvCxnSpPr>
        <p:spPr>
          <a:xfrm flipH="1">
            <a:off x="5449249" y="3249565"/>
            <a:ext cx="4682" cy="610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xão reta unidirecional 25">
            <a:extLst>
              <a:ext uri="{FF2B5EF4-FFF2-40B4-BE49-F238E27FC236}">
                <a16:creationId xmlns:a16="http://schemas.microsoft.com/office/drawing/2014/main" id="{9545BEA8-A11E-D3C9-4A1C-4A4E0B7BE18D}"/>
              </a:ext>
            </a:extLst>
          </p:cNvPr>
          <p:cNvCxnSpPr>
            <a:cxnSpLocks/>
          </p:cNvCxnSpPr>
          <p:nvPr/>
        </p:nvCxnSpPr>
        <p:spPr>
          <a:xfrm flipH="1">
            <a:off x="7606202" y="3157388"/>
            <a:ext cx="71" cy="716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Google Shape;416;p45">
            <a:extLst>
              <a:ext uri="{FF2B5EF4-FFF2-40B4-BE49-F238E27FC236}">
                <a16:creationId xmlns:a16="http://schemas.microsoft.com/office/drawing/2014/main" id="{277B0A50-0780-980F-4DB9-E1DFF93AC29B}"/>
              </a:ext>
            </a:extLst>
          </p:cNvPr>
          <p:cNvSpPr txBox="1"/>
          <p:nvPr/>
        </p:nvSpPr>
        <p:spPr>
          <a:xfrm flipH="1">
            <a:off x="5490298" y="3418347"/>
            <a:ext cx="1091409" cy="278880"/>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000" b="1" err="1">
                <a:solidFill>
                  <a:schemeClr val="dk1"/>
                </a:solidFill>
                <a:latin typeface="Poppins"/>
                <a:ea typeface="Poppins"/>
                <a:cs typeface="Poppins"/>
              </a:rPr>
              <a:t>Importância</a:t>
            </a:r>
            <a:endParaRPr lang="en" sz="1000" b="1">
              <a:solidFill>
                <a:schemeClr val="dk1"/>
              </a:solidFill>
              <a:latin typeface="Poppins"/>
              <a:ea typeface="Poppins"/>
              <a:cs typeface="Poppins"/>
            </a:endParaRPr>
          </a:p>
        </p:txBody>
      </p:sp>
      <p:sp>
        <p:nvSpPr>
          <p:cNvPr id="28" name="Google Shape;416;p45">
            <a:extLst>
              <a:ext uri="{FF2B5EF4-FFF2-40B4-BE49-F238E27FC236}">
                <a16:creationId xmlns:a16="http://schemas.microsoft.com/office/drawing/2014/main" id="{C8CB0B9A-C713-02DF-2F4F-F10FE7C61995}"/>
              </a:ext>
            </a:extLst>
          </p:cNvPr>
          <p:cNvSpPr txBox="1"/>
          <p:nvPr/>
        </p:nvSpPr>
        <p:spPr>
          <a:xfrm flipH="1">
            <a:off x="7628814" y="3418346"/>
            <a:ext cx="1076629" cy="283807"/>
          </a:xfrm>
          <a:prstGeom prst="rect">
            <a:avLst/>
          </a:prstGeom>
          <a:solidFill>
            <a:schemeClr val="bg1"/>
          </a:solidFill>
          <a:ln>
            <a:solidFill>
              <a:schemeClr val="bg1"/>
            </a:solidFill>
          </a:ln>
        </p:spPr>
        <p:txBody>
          <a:bodyPr spcFirstLastPara="1" wrap="square" lIns="91425" tIns="91425" rIns="91425" bIns="91425" anchor="ctr" anchorCtr="0">
            <a:noAutofit/>
          </a:bodyPr>
          <a:lstStyle/>
          <a:p>
            <a:pPr algn="ctr"/>
            <a:r>
              <a:rPr lang="en" sz="1000" b="1" err="1">
                <a:solidFill>
                  <a:schemeClr val="dk1"/>
                </a:solidFill>
                <a:latin typeface="Poppins"/>
                <a:ea typeface="Poppins"/>
                <a:cs typeface="Poppins"/>
              </a:rPr>
              <a:t>Importância</a:t>
            </a:r>
            <a:endParaRPr lang="en" sz="1000" b="1">
              <a:solidFill>
                <a:schemeClr val="dk1"/>
              </a:solidFill>
              <a:latin typeface="Poppins"/>
              <a:ea typeface="Poppins"/>
              <a:cs typeface="Poppins"/>
            </a:endParaRPr>
          </a:p>
        </p:txBody>
      </p:sp>
    </p:spTree>
    <p:extLst>
      <p:ext uri="{BB962C8B-B14F-4D97-AF65-F5344CB8AC3E}">
        <p14:creationId xmlns:p14="http://schemas.microsoft.com/office/powerpoint/2010/main" val="3293999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4"/>
          <p:cNvSpPr txBox="1">
            <a:spLocks noGrp="1"/>
          </p:cNvSpPr>
          <p:nvPr>
            <p:ph type="title"/>
          </p:nvPr>
        </p:nvSpPr>
        <p:spPr>
          <a:xfrm>
            <a:off x="493557" y="455808"/>
            <a:ext cx="8278736" cy="1068192"/>
          </a:xfrm>
          <a:prstGeom prst="rect">
            <a:avLst/>
          </a:prstGeom>
        </p:spPr>
        <p:txBody>
          <a:bodyPr spcFirstLastPara="1" wrap="square" lIns="91425" tIns="91425" rIns="91425" bIns="91425" anchor="t" anchorCtr="0">
            <a:noAutofit/>
          </a:bodyPr>
          <a:lstStyle/>
          <a:p>
            <a:r>
              <a:rPr lang="en"/>
              <a:t>Implementação dos métodos: Classificação</a:t>
            </a:r>
          </a:p>
        </p:txBody>
      </p:sp>
      <p:graphicFrame>
        <p:nvGraphicFramePr>
          <p:cNvPr id="409" name="Google Shape;409;p44"/>
          <p:cNvGraphicFramePr/>
          <p:nvPr>
            <p:extLst>
              <p:ext uri="{D42A27DB-BD31-4B8C-83A1-F6EECF244321}">
                <p14:modId xmlns:p14="http://schemas.microsoft.com/office/powerpoint/2010/main" val="1096503707"/>
              </p:ext>
            </p:extLst>
          </p:nvPr>
        </p:nvGraphicFramePr>
        <p:xfrm>
          <a:off x="738561" y="2103295"/>
          <a:ext cx="7680960" cy="2072580"/>
        </p:xfrm>
        <a:graphic>
          <a:graphicData uri="http://schemas.openxmlformats.org/drawingml/2006/table">
            <a:tbl>
              <a:tblPr>
                <a:noFill/>
                <a:tableStyleId>{A171B932-DFC0-4415-80EA-8E9F2EBECA25}</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370677310"/>
                    </a:ext>
                  </a:extLst>
                </a:gridCol>
                <a:gridCol w="1097280">
                  <a:extLst>
                    <a:ext uri="{9D8B030D-6E8A-4147-A177-3AD203B41FA5}">
                      <a16:colId xmlns:a16="http://schemas.microsoft.com/office/drawing/2014/main" val="2989821304"/>
                    </a:ext>
                  </a:extLst>
                </a:gridCol>
                <a:gridCol w="1097280">
                  <a:extLst>
                    <a:ext uri="{9D8B030D-6E8A-4147-A177-3AD203B41FA5}">
                      <a16:colId xmlns:a16="http://schemas.microsoft.com/office/drawing/2014/main" val="2404112415"/>
                    </a:ext>
                  </a:extLst>
                </a:gridCol>
                <a:gridCol w="1097280">
                  <a:extLst>
                    <a:ext uri="{9D8B030D-6E8A-4147-A177-3AD203B41FA5}">
                      <a16:colId xmlns:a16="http://schemas.microsoft.com/office/drawing/2014/main" val="1909263731"/>
                    </a:ext>
                  </a:extLst>
                </a:gridCol>
              </a:tblGrid>
              <a:tr h="457200">
                <a:tc>
                  <a:txBody>
                    <a:bodyPr/>
                    <a:lstStyle/>
                    <a:p>
                      <a:pPr marL="0" lvl="0" indent="0" algn="ctr" rtl="0">
                        <a:lnSpc>
                          <a:spcPct val="100000"/>
                        </a:lnSpc>
                        <a:spcBef>
                          <a:spcPts val="0"/>
                        </a:spcBef>
                        <a:spcAft>
                          <a:spcPts val="0"/>
                        </a:spcAft>
                        <a:buNone/>
                      </a:pPr>
                      <a:r>
                        <a:rPr lang="en" sz="1400">
                          <a:solidFill>
                            <a:schemeClr val="dk1"/>
                          </a:solidFill>
                          <a:latin typeface="Poppins"/>
                          <a:ea typeface="Poppins"/>
                          <a:cs typeface="Poppins"/>
                        </a:rPr>
                        <a:t>Métodos</a:t>
                      </a:r>
                      <a:endParaRPr sz="14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400">
                          <a:solidFill>
                            <a:schemeClr val="dk1"/>
                          </a:solidFill>
                          <a:latin typeface="Poppins"/>
                          <a:ea typeface="Poppins"/>
                          <a:cs typeface="Poppins"/>
                        </a:rPr>
                        <a:t>Accuracy</a:t>
                      </a:r>
                      <a:endParaRPr lang="en" sz="14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400">
                          <a:solidFill>
                            <a:schemeClr val="dk1"/>
                          </a:solidFill>
                          <a:latin typeface="Poppins"/>
                          <a:ea typeface="Poppins"/>
                          <a:cs typeface="Poppins"/>
                        </a:rPr>
                        <a:t>Balanced Accuracy</a:t>
                      </a:r>
                      <a:endParaRPr lang="en" sz="1400" baseline="30000">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ROC-AUC</a:t>
                      </a:r>
                      <a:endParaRPr lang="en" sz="14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F1-Score</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Recall</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Precision</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solidFill>
                      <a:schemeClr val="bg2">
                        <a:lumMod val="20000"/>
                        <a:lumOff val="80000"/>
                      </a:schemeClr>
                    </a:solidFill>
                  </a:tcPr>
                </a:tc>
                <a:extLst>
                  <a:ext uri="{0D108BD9-81ED-4DB2-BD59-A6C34878D82A}">
                    <a16:rowId xmlns:a16="http://schemas.microsoft.com/office/drawing/2014/main" val="10000"/>
                  </a:ext>
                </a:extLst>
              </a:tr>
              <a:tr h="457200">
                <a:tc>
                  <a:txBody>
                    <a:bodyPr/>
                    <a:lstStyle/>
                    <a:p>
                      <a:pPr marL="0" lvl="0" indent="0" algn="ctr" rtl="0">
                        <a:lnSpc>
                          <a:spcPct val="100000"/>
                        </a:lnSpc>
                        <a:spcBef>
                          <a:spcPts val="0"/>
                        </a:spcBef>
                        <a:spcAft>
                          <a:spcPts val="0"/>
                        </a:spcAft>
                        <a:buNone/>
                      </a:pPr>
                      <a:r>
                        <a:rPr lang="pt-PT" sz="1200" b="1" err="1">
                          <a:solidFill>
                            <a:schemeClr val="tx1"/>
                          </a:solidFill>
                          <a:latin typeface="Poppins"/>
                          <a:ea typeface="Poppins"/>
                          <a:cs typeface="Poppins"/>
                        </a:rPr>
                        <a:t>Random</a:t>
                      </a:r>
                      <a:r>
                        <a:rPr lang="pt-PT" sz="1200" b="1">
                          <a:solidFill>
                            <a:schemeClr val="tx1"/>
                          </a:solidFill>
                          <a:latin typeface="Poppins"/>
                          <a:ea typeface="Poppins"/>
                          <a:cs typeface="Poppins"/>
                        </a:rPr>
                        <a:t> </a:t>
                      </a:r>
                      <a:r>
                        <a:rPr lang="pt-PT" sz="1200" b="1" err="1">
                          <a:solidFill>
                            <a:schemeClr val="tx1"/>
                          </a:solidFill>
                          <a:latin typeface="Poppins"/>
                          <a:ea typeface="Poppins"/>
                          <a:cs typeface="Poppins"/>
                        </a:rPr>
                        <a:t>Forest</a:t>
                      </a:r>
                      <a:endParaRPr lang="pt-PT" sz="1200" b="1" err="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cs typeface="Poppins"/>
                        </a:rPr>
                        <a:t>0,9744</a:t>
                      </a:r>
                      <a:endParaRPr lang="pt-PT"/>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cs typeface="Poppins"/>
                        </a:rPr>
                        <a:t>0,9358</a:t>
                      </a:r>
                      <a:endParaRPr lang="pt-PT">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0,9992</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0,9739</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0,9744</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0,9743</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1"/>
                  </a:ext>
                </a:extLst>
              </a:tr>
              <a:tr h="457200">
                <a:tc>
                  <a:txBody>
                    <a:bodyPr/>
                    <a:lstStyle/>
                    <a:p>
                      <a:pPr marL="0" lvl="0" indent="0" algn="ctr" rtl="0">
                        <a:lnSpc>
                          <a:spcPct val="100000"/>
                        </a:lnSpc>
                        <a:spcBef>
                          <a:spcPts val="0"/>
                        </a:spcBef>
                        <a:spcAft>
                          <a:spcPts val="0"/>
                        </a:spcAft>
                        <a:buNone/>
                      </a:pPr>
                      <a:r>
                        <a:rPr lang="pt-PT" sz="1200" b="1">
                          <a:solidFill>
                            <a:schemeClr val="tx1"/>
                          </a:solidFill>
                          <a:latin typeface="Poppins"/>
                          <a:ea typeface="Poppins"/>
                          <a:cs typeface="Poppins"/>
                        </a:rPr>
                        <a:t>SVM</a:t>
                      </a:r>
                      <a:endParaRPr lang="pt-PT"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0,9883</a:t>
                      </a:r>
                      <a:endParaRPr lang="en"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0,9896</a:t>
                      </a:r>
                      <a:endParaRPr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1,0000</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0,9886</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0,9883</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0,9894</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2"/>
                  </a:ext>
                </a:extLst>
              </a:tr>
              <a:tr h="457200">
                <a:tc>
                  <a:txBody>
                    <a:bodyPr/>
                    <a:lstStyle/>
                    <a:p>
                      <a:pPr marL="0" lvl="0" indent="0" algn="ctr" rtl="0">
                        <a:lnSpc>
                          <a:spcPct val="100000"/>
                        </a:lnSpc>
                        <a:spcBef>
                          <a:spcPts val="0"/>
                        </a:spcBef>
                        <a:spcAft>
                          <a:spcPts val="0"/>
                        </a:spcAft>
                        <a:buNone/>
                      </a:pPr>
                      <a:r>
                        <a:rPr lang="pt-PT" sz="1200" b="1">
                          <a:solidFill>
                            <a:schemeClr val="tx1"/>
                          </a:solidFill>
                          <a:latin typeface="Poppins"/>
                          <a:ea typeface="Poppins"/>
                          <a:cs typeface="Poppins"/>
                        </a:rPr>
                        <a:t>FFNN</a:t>
                      </a:r>
                      <a:endParaRPr lang="pt-PT"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0,9963</a:t>
                      </a:r>
                      <a:endParaRPr lang="en"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0,9925</a:t>
                      </a:r>
                      <a:endParaRPr lang="en"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1,0000</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0,9963</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0,9963</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0,9964</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3"/>
                  </a:ext>
                </a:extLst>
              </a:tr>
            </a:tbl>
          </a:graphicData>
        </a:graphic>
      </p:graphicFrame>
      <p:sp>
        <p:nvSpPr>
          <p:cNvPr id="4" name="CaixaDeTexto 3">
            <a:extLst>
              <a:ext uri="{FF2B5EF4-FFF2-40B4-BE49-F238E27FC236}">
                <a16:creationId xmlns:a16="http://schemas.microsoft.com/office/drawing/2014/main" id="{92F3F82D-57B5-5540-2205-1674990AC71D}"/>
              </a:ext>
            </a:extLst>
          </p:cNvPr>
          <p:cNvSpPr txBox="1"/>
          <p:nvPr/>
        </p:nvSpPr>
        <p:spPr>
          <a:xfrm>
            <a:off x="735890" y="1340997"/>
            <a:ext cx="1605361" cy="408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b="1">
                <a:solidFill>
                  <a:srgbClr val="45818E"/>
                </a:solidFill>
                <a:latin typeface="Poppins"/>
                <a:cs typeface="Poppins"/>
                <a:sym typeface="Poppins"/>
              </a:rPr>
              <a:t>10 features</a:t>
            </a:r>
            <a:endParaRPr lang="pt-PT" sz="2000" b="1">
              <a:solidFill>
                <a:srgbClr val="45818E"/>
              </a:solidFill>
              <a:latin typeface="Poppins"/>
              <a:cs typeface="Poppins"/>
            </a:endParaRPr>
          </a:p>
        </p:txBody>
      </p:sp>
      <p:sp>
        <p:nvSpPr>
          <p:cNvPr id="2" name="Oval 1">
            <a:extLst>
              <a:ext uri="{FF2B5EF4-FFF2-40B4-BE49-F238E27FC236}">
                <a16:creationId xmlns:a16="http://schemas.microsoft.com/office/drawing/2014/main" id="{3BC55C71-5FE0-5013-DBA1-86EFC3DF6FD4}"/>
              </a:ext>
            </a:extLst>
          </p:cNvPr>
          <p:cNvSpPr/>
          <p:nvPr/>
        </p:nvSpPr>
        <p:spPr>
          <a:xfrm>
            <a:off x="1972128" y="3756415"/>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 name="Oval 2">
            <a:extLst>
              <a:ext uri="{FF2B5EF4-FFF2-40B4-BE49-F238E27FC236}">
                <a16:creationId xmlns:a16="http://schemas.microsoft.com/office/drawing/2014/main" id="{CDFABF90-B595-0BED-8BB8-C761070F07E6}"/>
              </a:ext>
            </a:extLst>
          </p:cNvPr>
          <p:cNvSpPr/>
          <p:nvPr/>
        </p:nvSpPr>
        <p:spPr>
          <a:xfrm>
            <a:off x="3076098" y="2797527"/>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 name="Oval 4">
            <a:extLst>
              <a:ext uri="{FF2B5EF4-FFF2-40B4-BE49-F238E27FC236}">
                <a16:creationId xmlns:a16="http://schemas.microsoft.com/office/drawing/2014/main" id="{FE8A37FD-BC9D-2D6F-2F0E-06DC10020589}"/>
              </a:ext>
            </a:extLst>
          </p:cNvPr>
          <p:cNvSpPr/>
          <p:nvPr/>
        </p:nvSpPr>
        <p:spPr>
          <a:xfrm>
            <a:off x="5262730" y="3756415"/>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Tree>
    <p:extLst>
      <p:ext uri="{BB962C8B-B14F-4D97-AF65-F5344CB8AC3E}">
        <p14:creationId xmlns:p14="http://schemas.microsoft.com/office/powerpoint/2010/main" val="276737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4"/>
          <p:cNvSpPr txBox="1">
            <a:spLocks noGrp="1"/>
          </p:cNvSpPr>
          <p:nvPr>
            <p:ph type="title"/>
          </p:nvPr>
        </p:nvSpPr>
        <p:spPr>
          <a:xfrm>
            <a:off x="493556" y="455808"/>
            <a:ext cx="8256433" cy="572700"/>
          </a:xfrm>
          <a:prstGeom prst="rect">
            <a:avLst/>
          </a:prstGeom>
        </p:spPr>
        <p:txBody>
          <a:bodyPr spcFirstLastPara="1" wrap="square" lIns="91425" tIns="91425" rIns="91425" bIns="91425" anchor="t" anchorCtr="0">
            <a:noAutofit/>
          </a:bodyPr>
          <a:lstStyle/>
          <a:p>
            <a:r>
              <a:rPr lang="en"/>
              <a:t>Implementação dos métodos: Classificação</a:t>
            </a:r>
          </a:p>
        </p:txBody>
      </p:sp>
      <p:graphicFrame>
        <p:nvGraphicFramePr>
          <p:cNvPr id="409" name="Google Shape;409;p44"/>
          <p:cNvGraphicFramePr/>
          <p:nvPr>
            <p:extLst>
              <p:ext uri="{D42A27DB-BD31-4B8C-83A1-F6EECF244321}">
                <p14:modId xmlns:p14="http://schemas.microsoft.com/office/powerpoint/2010/main" val="1826519199"/>
              </p:ext>
            </p:extLst>
          </p:nvPr>
        </p:nvGraphicFramePr>
        <p:xfrm>
          <a:off x="738561" y="2103295"/>
          <a:ext cx="7680960" cy="2072580"/>
        </p:xfrm>
        <a:graphic>
          <a:graphicData uri="http://schemas.openxmlformats.org/drawingml/2006/table">
            <a:tbl>
              <a:tblPr>
                <a:noFill/>
                <a:tableStyleId>{A171B932-DFC0-4415-80EA-8E9F2EBECA25}</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370677310"/>
                    </a:ext>
                  </a:extLst>
                </a:gridCol>
                <a:gridCol w="1097280">
                  <a:extLst>
                    <a:ext uri="{9D8B030D-6E8A-4147-A177-3AD203B41FA5}">
                      <a16:colId xmlns:a16="http://schemas.microsoft.com/office/drawing/2014/main" val="2989821304"/>
                    </a:ext>
                  </a:extLst>
                </a:gridCol>
                <a:gridCol w="1097280">
                  <a:extLst>
                    <a:ext uri="{9D8B030D-6E8A-4147-A177-3AD203B41FA5}">
                      <a16:colId xmlns:a16="http://schemas.microsoft.com/office/drawing/2014/main" val="2404112415"/>
                    </a:ext>
                  </a:extLst>
                </a:gridCol>
                <a:gridCol w="1097280">
                  <a:extLst>
                    <a:ext uri="{9D8B030D-6E8A-4147-A177-3AD203B41FA5}">
                      <a16:colId xmlns:a16="http://schemas.microsoft.com/office/drawing/2014/main" val="1909263731"/>
                    </a:ext>
                  </a:extLst>
                </a:gridCol>
              </a:tblGrid>
              <a:tr h="457200">
                <a:tc>
                  <a:txBody>
                    <a:bodyPr/>
                    <a:lstStyle/>
                    <a:p>
                      <a:pPr marL="0" lvl="0" indent="0" algn="ctr" rtl="0">
                        <a:lnSpc>
                          <a:spcPct val="100000"/>
                        </a:lnSpc>
                        <a:spcBef>
                          <a:spcPts val="0"/>
                        </a:spcBef>
                        <a:spcAft>
                          <a:spcPts val="0"/>
                        </a:spcAft>
                        <a:buNone/>
                      </a:pPr>
                      <a:r>
                        <a:rPr lang="en" sz="1400" err="1">
                          <a:solidFill>
                            <a:schemeClr val="dk1"/>
                          </a:solidFill>
                          <a:latin typeface="Poppins"/>
                          <a:ea typeface="Poppins"/>
                          <a:cs typeface="Poppins"/>
                        </a:rPr>
                        <a:t>Métodos</a:t>
                      </a:r>
                      <a:endParaRPr sz="14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400">
                          <a:solidFill>
                            <a:schemeClr val="dk1"/>
                          </a:solidFill>
                          <a:latin typeface="Poppins"/>
                          <a:ea typeface="Poppins"/>
                          <a:cs typeface="Poppins"/>
                        </a:rPr>
                        <a:t>Accuracy</a:t>
                      </a:r>
                      <a:endParaRPr lang="en" sz="14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400">
                          <a:solidFill>
                            <a:schemeClr val="dk1"/>
                          </a:solidFill>
                          <a:latin typeface="Poppins"/>
                          <a:ea typeface="Poppins"/>
                          <a:cs typeface="Poppins"/>
                        </a:rPr>
                        <a:t>Balanced Accuracy</a:t>
                      </a:r>
                      <a:endParaRPr lang="en" sz="1400" baseline="30000">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ROC-AUC</a:t>
                      </a:r>
                      <a:endParaRPr lang="en" sz="14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F1-Score</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Recall</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solidFill>
                      <a:schemeClr val="bg2">
                        <a:lumMod val="20000"/>
                        <a:lumOff val="80000"/>
                      </a:schemeClr>
                    </a:solidFill>
                  </a:tcPr>
                </a:tc>
                <a:tc>
                  <a:txBody>
                    <a:bodyPr/>
                    <a:lstStyle/>
                    <a:p>
                      <a:pPr marL="0" lvl="0" indent="0" algn="ctr">
                        <a:lnSpc>
                          <a:spcPct val="100000"/>
                        </a:lnSpc>
                        <a:spcBef>
                          <a:spcPts val="0"/>
                        </a:spcBef>
                        <a:spcAft>
                          <a:spcPts val="0"/>
                        </a:spcAft>
                        <a:buNone/>
                      </a:pPr>
                      <a:r>
                        <a:rPr lang="en" sz="1400">
                          <a:solidFill>
                            <a:schemeClr val="dk1"/>
                          </a:solidFill>
                          <a:latin typeface="Poppins"/>
                          <a:ea typeface="Poppins"/>
                          <a:cs typeface="Poppins"/>
                        </a:rPr>
                        <a:t>Precision</a:t>
                      </a:r>
                      <a:endParaRPr lang="en" sz="14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solidFill>
                      <a:schemeClr val="bg2">
                        <a:lumMod val="20000"/>
                        <a:lumOff val="80000"/>
                      </a:schemeClr>
                    </a:solidFill>
                  </a:tcPr>
                </a:tc>
                <a:extLst>
                  <a:ext uri="{0D108BD9-81ED-4DB2-BD59-A6C34878D82A}">
                    <a16:rowId xmlns:a16="http://schemas.microsoft.com/office/drawing/2014/main" val="10000"/>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ea typeface="Poppins"/>
                          <a:cs typeface="Poppins"/>
                        </a:rPr>
                        <a:t>Random Forest</a:t>
                      </a:r>
                      <a:endParaRPr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0,6949</a:t>
                      </a:r>
                      <a:endParaRPr lang="en"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0,5775</a:t>
                      </a:r>
                      <a:endParaRPr lang="en"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0,9103</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0,7017</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0,6949</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0,7097</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1"/>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ea typeface="Poppins"/>
                          <a:cs typeface="Poppins"/>
                        </a:rPr>
                        <a:t>SVM</a:t>
                      </a:r>
                      <a:endParaRPr lang="en"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0,6595</a:t>
                      </a:r>
                      <a:endParaRPr lang="en"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0,6981</a:t>
                      </a:r>
                      <a:endParaRPr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0,9341</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0,6938</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0,6595</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0,7988</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2"/>
                  </a:ext>
                </a:extLst>
              </a:tr>
              <a:tr h="457200">
                <a:tc>
                  <a:txBody>
                    <a:bodyPr/>
                    <a:lstStyle/>
                    <a:p>
                      <a:pPr marL="0" lvl="0" indent="0" algn="ctr" rtl="0">
                        <a:lnSpc>
                          <a:spcPct val="100000"/>
                        </a:lnSpc>
                        <a:spcBef>
                          <a:spcPts val="0"/>
                        </a:spcBef>
                        <a:spcAft>
                          <a:spcPts val="0"/>
                        </a:spcAft>
                        <a:buNone/>
                      </a:pPr>
                      <a:r>
                        <a:rPr lang="pt-PT" sz="1200" b="1">
                          <a:solidFill>
                            <a:schemeClr val="tx1"/>
                          </a:solidFill>
                          <a:latin typeface="Poppins"/>
                          <a:ea typeface="Poppins"/>
                          <a:cs typeface="Poppins"/>
                        </a:rPr>
                        <a:t>FFNN</a:t>
                      </a:r>
                      <a:endParaRPr lang="pt-PT"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0,7651</a:t>
                      </a:r>
                      <a:endParaRPr lang="pt-PT"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0,5535</a:t>
                      </a:r>
                      <a:endParaRPr lang="en"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0,9376</a:t>
                      </a:r>
                      <a:endParaRPr lang="en" sz="1200">
                        <a:solidFill>
                          <a:schemeClr val="dk1"/>
                        </a:solidFill>
                        <a:latin typeface="Poppins"/>
                        <a:ea typeface="Poppins"/>
                        <a:cs typeface="Poppins"/>
                        <a:sym typeface="Poppins"/>
                      </a:endParaRPr>
                    </a:p>
                  </a:txBody>
                  <a:tcPr marL="91425" marR="91425" marT="91425" marB="91425" anchor="ctr">
                    <a:lnL w="9525" cap="flat" cmpd="sng" algn="ctr">
                      <a:solidFill>
                        <a:schemeClr val="dk1"/>
                      </a:solidFill>
                      <a:prstDash val="solid"/>
                      <a:round/>
                      <a:headEnd type="none" w="sm" len="sm"/>
                      <a:tailEnd type="none" w="sm" len="sm"/>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0,7322</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0,7651</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cap="flat" cmpd="sng" algn="ctr">
                      <a:solidFill>
                        <a:schemeClr val="dk1"/>
                      </a:solidFill>
                      <a:prstDash val="solid"/>
                      <a:round/>
                      <a:headEnd type="none" w="med" len="med"/>
                      <a:tailEnd type="none" w="med" len="med"/>
                    </a:lnR>
                    <a:lnT w="9524">
                      <a:solidFill>
                        <a:schemeClr val="dk1"/>
                      </a:solidFill>
                    </a:lnT>
                    <a:lnB w="9524">
                      <a:solidFill>
                        <a:schemeClr val="dk1"/>
                      </a:solidFill>
                    </a:lnB>
                  </a:tcPr>
                </a:tc>
                <a:tc>
                  <a:txBody>
                    <a:bodyPr/>
                    <a:lstStyle/>
                    <a:p>
                      <a:pPr marL="0" lvl="0" indent="0" algn="ctr">
                        <a:lnSpc>
                          <a:spcPct val="100000"/>
                        </a:lnSpc>
                        <a:spcBef>
                          <a:spcPts val="0"/>
                        </a:spcBef>
                        <a:spcAft>
                          <a:spcPts val="0"/>
                        </a:spcAft>
                        <a:buNone/>
                      </a:pPr>
                      <a:r>
                        <a:rPr lang="en" sz="1200">
                          <a:solidFill>
                            <a:schemeClr val="dk1"/>
                          </a:solidFill>
                          <a:latin typeface="Poppins"/>
                          <a:ea typeface="Poppins"/>
                          <a:cs typeface="Poppins"/>
                        </a:rPr>
                        <a:t>0,7342</a:t>
                      </a:r>
                      <a:endParaRPr lang="en" sz="1200">
                        <a:solidFill>
                          <a:schemeClr val="dk1"/>
                        </a:solidFill>
                        <a:latin typeface="Poppins"/>
                        <a:ea typeface="Poppins"/>
                        <a:cs typeface="Poppins"/>
                        <a:sym typeface="Poppins"/>
                      </a:endParaRPr>
                    </a:p>
                  </a:txBody>
                  <a:tcPr marL="91425" marR="91425" marT="91425" marB="91425" anchor="ctr">
                    <a:lnL w="9524">
                      <a:solidFill>
                        <a:schemeClr val="dk1"/>
                      </a:solidFill>
                    </a:lnL>
                    <a:lnR w="9524">
                      <a:solidFill>
                        <a:schemeClr val="dk1"/>
                      </a:solidFill>
                    </a:lnR>
                    <a:lnT w="9524">
                      <a:solidFill>
                        <a:schemeClr val="dk1"/>
                      </a:solidFill>
                    </a:lnT>
                    <a:lnB w="9524">
                      <a:solidFill>
                        <a:schemeClr val="dk1"/>
                      </a:solidFill>
                    </a:lnB>
                  </a:tcPr>
                </a:tc>
                <a:extLst>
                  <a:ext uri="{0D108BD9-81ED-4DB2-BD59-A6C34878D82A}">
                    <a16:rowId xmlns:a16="http://schemas.microsoft.com/office/drawing/2014/main" val="10003"/>
                  </a:ext>
                </a:extLst>
              </a:tr>
            </a:tbl>
          </a:graphicData>
        </a:graphic>
      </p:graphicFrame>
      <p:sp>
        <p:nvSpPr>
          <p:cNvPr id="2" name="CaixaDeTexto 4">
            <a:extLst>
              <a:ext uri="{FF2B5EF4-FFF2-40B4-BE49-F238E27FC236}">
                <a16:creationId xmlns:a16="http://schemas.microsoft.com/office/drawing/2014/main" id="{88D1A6BD-01B4-8A64-BDCB-53FBCD83FC60}"/>
              </a:ext>
            </a:extLst>
          </p:cNvPr>
          <p:cNvSpPr txBox="1"/>
          <p:nvPr/>
        </p:nvSpPr>
        <p:spPr>
          <a:xfrm>
            <a:off x="738433" y="1396932"/>
            <a:ext cx="3394952"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pt-PT" sz="2000" b="1">
                <a:solidFill>
                  <a:srgbClr val="45818E"/>
                </a:solidFill>
                <a:latin typeface="Poppins"/>
                <a:cs typeface="Poppins"/>
              </a:rPr>
              <a:t>2 </a:t>
            </a:r>
            <a:r>
              <a:rPr lang="pt-PT" sz="2000" b="1" err="1">
                <a:solidFill>
                  <a:srgbClr val="45818E"/>
                </a:solidFill>
                <a:latin typeface="Poppins"/>
                <a:cs typeface="Poppins"/>
              </a:rPr>
              <a:t>most</a:t>
            </a:r>
            <a:r>
              <a:rPr lang="pt-PT" sz="2000" b="1">
                <a:solidFill>
                  <a:srgbClr val="45818E"/>
                </a:solidFill>
                <a:latin typeface="Poppins"/>
                <a:cs typeface="Poppins"/>
              </a:rPr>
              <a:t> </a:t>
            </a:r>
            <a:r>
              <a:rPr lang="pt-PT" sz="2000" b="1" err="1">
                <a:solidFill>
                  <a:srgbClr val="45818E"/>
                </a:solidFill>
                <a:latin typeface="Poppins"/>
                <a:cs typeface="Poppins"/>
              </a:rPr>
              <a:t>relevant</a:t>
            </a:r>
            <a:r>
              <a:rPr lang="pt-PT" sz="2000" b="1">
                <a:solidFill>
                  <a:srgbClr val="45818E"/>
                </a:solidFill>
                <a:latin typeface="Poppins"/>
                <a:cs typeface="Poppins"/>
              </a:rPr>
              <a:t> </a:t>
            </a:r>
            <a:r>
              <a:rPr lang="pt-PT" sz="2000" b="1" err="1">
                <a:solidFill>
                  <a:srgbClr val="45818E"/>
                </a:solidFill>
                <a:latin typeface="Poppins"/>
                <a:cs typeface="Poppins"/>
              </a:rPr>
              <a:t>features</a:t>
            </a:r>
            <a:endParaRPr lang="pt-PT" sz="2000" b="1">
              <a:solidFill>
                <a:srgbClr val="45818E"/>
              </a:solidFill>
              <a:latin typeface="Poppins"/>
              <a:cs typeface="Poppins"/>
            </a:endParaRPr>
          </a:p>
        </p:txBody>
      </p:sp>
      <p:sp>
        <p:nvSpPr>
          <p:cNvPr id="3" name="Oval 2">
            <a:extLst>
              <a:ext uri="{FF2B5EF4-FFF2-40B4-BE49-F238E27FC236}">
                <a16:creationId xmlns:a16="http://schemas.microsoft.com/office/drawing/2014/main" id="{61DB77F2-A209-8A9C-8C1D-208911A6D7C0}"/>
              </a:ext>
            </a:extLst>
          </p:cNvPr>
          <p:cNvSpPr/>
          <p:nvPr/>
        </p:nvSpPr>
        <p:spPr>
          <a:xfrm>
            <a:off x="1984271" y="3756415"/>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
        <p:nvSpPr>
          <p:cNvPr id="4" name="Oval 3">
            <a:extLst>
              <a:ext uri="{FF2B5EF4-FFF2-40B4-BE49-F238E27FC236}">
                <a16:creationId xmlns:a16="http://schemas.microsoft.com/office/drawing/2014/main" id="{823D5E09-F973-A233-9F45-4DA0B871D85F}"/>
              </a:ext>
            </a:extLst>
          </p:cNvPr>
          <p:cNvSpPr/>
          <p:nvPr/>
        </p:nvSpPr>
        <p:spPr>
          <a:xfrm>
            <a:off x="3073373" y="3291781"/>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Tree>
    <p:extLst>
      <p:ext uri="{BB962C8B-B14F-4D97-AF65-F5344CB8AC3E}">
        <p14:creationId xmlns:p14="http://schemas.microsoft.com/office/powerpoint/2010/main" val="79513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4"/>
          <p:cNvSpPr txBox="1">
            <a:spLocks noGrp="1"/>
          </p:cNvSpPr>
          <p:nvPr>
            <p:ph type="title"/>
          </p:nvPr>
        </p:nvSpPr>
        <p:spPr>
          <a:xfrm>
            <a:off x="720000" y="455808"/>
            <a:ext cx="7704000" cy="572700"/>
          </a:xfrm>
          <a:prstGeom prst="rect">
            <a:avLst/>
          </a:prstGeom>
        </p:spPr>
        <p:txBody>
          <a:bodyPr spcFirstLastPara="1" wrap="square" lIns="91425" tIns="91425" rIns="91425" bIns="91425" anchor="t" anchorCtr="0">
            <a:noAutofit/>
          </a:bodyPr>
          <a:lstStyle/>
          <a:p>
            <a:r>
              <a:rPr lang="en" err="1"/>
              <a:t>Implementação</a:t>
            </a:r>
            <a:r>
              <a:rPr lang="en"/>
              <a:t> dos </a:t>
            </a:r>
            <a:r>
              <a:rPr lang="en" err="1"/>
              <a:t>métodos</a:t>
            </a:r>
            <a:r>
              <a:rPr lang="en"/>
              <a:t>: </a:t>
            </a:r>
            <a:r>
              <a:rPr lang="en" err="1"/>
              <a:t>Regressão</a:t>
            </a:r>
          </a:p>
        </p:txBody>
      </p:sp>
      <p:graphicFrame>
        <p:nvGraphicFramePr>
          <p:cNvPr id="409" name="Google Shape;409;p44"/>
          <p:cNvGraphicFramePr/>
          <p:nvPr>
            <p:extLst>
              <p:ext uri="{D42A27DB-BD31-4B8C-83A1-F6EECF244321}">
                <p14:modId xmlns:p14="http://schemas.microsoft.com/office/powerpoint/2010/main" val="2186180561"/>
              </p:ext>
            </p:extLst>
          </p:nvPr>
        </p:nvGraphicFramePr>
        <p:xfrm>
          <a:off x="722462" y="2232084"/>
          <a:ext cx="3566160" cy="1920210"/>
        </p:xfrm>
        <a:graphic>
          <a:graphicData uri="http://schemas.openxmlformats.org/drawingml/2006/table">
            <a:tbl>
              <a:tblPr>
                <a:noFill/>
                <a:tableStyleId>{A171B932-DFC0-4415-80EA-8E9F2EBECA25}</a:tableStyleId>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marL="0" lvl="0" indent="0" algn="ctr" rtl="0">
                        <a:lnSpc>
                          <a:spcPct val="100000"/>
                        </a:lnSpc>
                        <a:spcBef>
                          <a:spcPts val="0"/>
                        </a:spcBef>
                        <a:spcAft>
                          <a:spcPts val="0"/>
                        </a:spcAft>
                        <a:buNone/>
                      </a:pPr>
                      <a:r>
                        <a:rPr lang="en" sz="1600" err="1">
                          <a:solidFill>
                            <a:schemeClr val="dk1"/>
                          </a:solidFill>
                          <a:latin typeface="Poppins"/>
                          <a:ea typeface="Poppins"/>
                          <a:cs typeface="Poppins"/>
                        </a:rPr>
                        <a:t>Métodos</a:t>
                      </a:r>
                      <a:endParaRPr sz="1600" err="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600">
                          <a:solidFill>
                            <a:schemeClr val="dk1"/>
                          </a:solidFill>
                          <a:latin typeface="Poppins"/>
                          <a:ea typeface="Poppins"/>
                          <a:cs typeface="Poppins"/>
                        </a:rPr>
                        <a:t>MSE</a:t>
                      </a: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600">
                          <a:solidFill>
                            <a:schemeClr val="dk1"/>
                          </a:solidFill>
                          <a:latin typeface="Poppins"/>
                          <a:ea typeface="Poppins"/>
                          <a:cs typeface="Poppins"/>
                        </a:rPr>
                        <a:t>R</a:t>
                      </a:r>
                      <a:r>
                        <a:rPr lang="en" sz="1600" baseline="30000">
                          <a:solidFill>
                            <a:schemeClr val="tx1"/>
                          </a:solidFill>
                          <a:latin typeface="Poppins"/>
                          <a:ea typeface="Poppins"/>
                          <a:cs typeface="Poppins"/>
                        </a:rPr>
                        <a:t>2</a:t>
                      </a:r>
                      <a:endParaRPr sz="1600" baseline="30000">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extLst>
                  <a:ext uri="{0D108BD9-81ED-4DB2-BD59-A6C34878D82A}">
                    <a16:rowId xmlns:a16="http://schemas.microsoft.com/office/drawing/2014/main" val="10000"/>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ea typeface="Poppins"/>
                          <a:cs typeface="Poppins"/>
                        </a:rPr>
                        <a:t>Random Forest</a:t>
                      </a:r>
                      <a:endParaRPr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0,0000</a:t>
                      </a:r>
                      <a:endParaRPr lang="en"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0,9999</a:t>
                      </a:r>
                      <a:endParaRPr lang="en"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ea typeface="Poppins"/>
                          <a:cs typeface="Poppins"/>
                        </a:rPr>
                        <a:t>Linear Regression</a:t>
                      </a:r>
                      <a:endParaRPr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1,4115 x 10</a:t>
                      </a:r>
                      <a:r>
                        <a:rPr lang="en" sz="1200" baseline="30000">
                          <a:solidFill>
                            <a:schemeClr val="dk1"/>
                          </a:solidFill>
                          <a:latin typeface="Poppins"/>
                          <a:cs typeface="Poppins"/>
                        </a:rPr>
                        <a:t>-6</a:t>
                      </a:r>
                      <a:endParaRPr lang="pt-PT" sz="1200" baseline="300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0,9987</a:t>
                      </a:r>
                      <a:endParaRPr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lvl="0" indent="0" algn="ctr" rtl="0">
                        <a:lnSpc>
                          <a:spcPct val="100000"/>
                        </a:lnSpc>
                        <a:spcBef>
                          <a:spcPts val="0"/>
                        </a:spcBef>
                        <a:spcAft>
                          <a:spcPts val="0"/>
                        </a:spcAft>
                        <a:buNone/>
                      </a:pPr>
                      <a:r>
                        <a:rPr lang="pt-PT" sz="1200" b="1">
                          <a:solidFill>
                            <a:schemeClr val="tx1"/>
                          </a:solidFill>
                          <a:latin typeface="Poppins"/>
                          <a:ea typeface="Poppins"/>
                          <a:cs typeface="Poppins"/>
                        </a:rPr>
                        <a:t>FFNN</a:t>
                      </a:r>
                      <a:endParaRPr lang="pt-PT" sz="1200" b="1">
                        <a:solidFill>
                          <a:schemeClr val="tx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cs typeface="Poppins"/>
                        </a:rPr>
                        <a:t>0,0349</a:t>
                      </a:r>
                      <a:endParaRPr lang="pt-PT" sz="1200">
                        <a:solidFill>
                          <a:schemeClr val="dk1"/>
                        </a:solidFill>
                        <a:latin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solidFill>
                            <a:schemeClr val="dk1"/>
                          </a:solidFill>
                          <a:latin typeface="Poppins"/>
                          <a:ea typeface="Poppins"/>
                          <a:cs typeface="Poppins"/>
                        </a:rPr>
                        <a:t>1,0000</a:t>
                      </a:r>
                      <a:endParaRPr sz="12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3" name="Tabela 2">
            <a:extLst>
              <a:ext uri="{FF2B5EF4-FFF2-40B4-BE49-F238E27FC236}">
                <a16:creationId xmlns:a16="http://schemas.microsoft.com/office/drawing/2014/main" id="{C380E581-12D2-43DE-0F72-7E4575F9D33A}"/>
              </a:ext>
            </a:extLst>
          </p:cNvPr>
          <p:cNvGraphicFramePr>
            <a:graphicFrameLocks noGrp="1"/>
          </p:cNvGraphicFramePr>
          <p:nvPr>
            <p:extLst>
              <p:ext uri="{D42A27DB-BD31-4B8C-83A1-F6EECF244321}">
                <p14:modId xmlns:p14="http://schemas.microsoft.com/office/powerpoint/2010/main" val="2793000581"/>
              </p:ext>
            </p:extLst>
          </p:nvPr>
        </p:nvGraphicFramePr>
        <p:xfrm>
          <a:off x="4855506" y="2228270"/>
          <a:ext cx="3566160" cy="1920210"/>
        </p:xfrm>
        <a:graphic>
          <a:graphicData uri="http://schemas.openxmlformats.org/drawingml/2006/table">
            <a:tbl>
              <a:tblPr bandRow="1">
                <a:tableStyleId>{DEA74A77-C99D-49D8-B570-5F17BF624054}</a:tableStyleId>
              </a:tblPr>
              <a:tblGrid>
                <a:gridCol w="1371600">
                  <a:extLst>
                    <a:ext uri="{9D8B030D-6E8A-4147-A177-3AD203B41FA5}">
                      <a16:colId xmlns:a16="http://schemas.microsoft.com/office/drawing/2014/main" val="2728392878"/>
                    </a:ext>
                  </a:extLst>
                </a:gridCol>
                <a:gridCol w="1097280">
                  <a:extLst>
                    <a:ext uri="{9D8B030D-6E8A-4147-A177-3AD203B41FA5}">
                      <a16:colId xmlns:a16="http://schemas.microsoft.com/office/drawing/2014/main" val="2621556857"/>
                    </a:ext>
                  </a:extLst>
                </a:gridCol>
                <a:gridCol w="1097280">
                  <a:extLst>
                    <a:ext uri="{9D8B030D-6E8A-4147-A177-3AD203B41FA5}">
                      <a16:colId xmlns:a16="http://schemas.microsoft.com/office/drawing/2014/main" val="1410818918"/>
                    </a:ext>
                  </a:extLst>
                </a:gridCol>
              </a:tblGrid>
              <a:tr h="457200">
                <a:tc>
                  <a:txBody>
                    <a:bodyPr/>
                    <a:lstStyle/>
                    <a:p>
                      <a:pPr marL="0" lvl="0" indent="0" algn="ctr" rtl="0">
                        <a:lnSpc>
                          <a:spcPct val="100000"/>
                        </a:lnSpc>
                        <a:spcBef>
                          <a:spcPts val="0"/>
                        </a:spcBef>
                        <a:spcAft>
                          <a:spcPts val="0"/>
                        </a:spcAft>
                        <a:buNone/>
                      </a:pPr>
                      <a:r>
                        <a:rPr lang="en" sz="1600">
                          <a:solidFill>
                            <a:schemeClr val="dk1"/>
                          </a:solidFill>
                          <a:latin typeface="Poppins"/>
                          <a:cs typeface="Poppins"/>
                        </a:rPr>
                        <a:t>Métodos</a:t>
                      </a:r>
                      <a:endParaRPr lang="pt-PT" sz="1600" err="1">
                        <a:solidFill>
                          <a:schemeClr val="dk1"/>
                        </a:solidFill>
                        <a:latin typeface="Poppins"/>
                        <a:cs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600">
                          <a:solidFill>
                            <a:schemeClr val="dk1"/>
                          </a:solidFill>
                          <a:latin typeface="Poppins"/>
                          <a:cs typeface="Poppins"/>
                        </a:rPr>
                        <a:t>MSE</a:t>
                      </a:r>
                      <a:endParaRPr lang="pt-PT" sz="1600">
                        <a:solidFill>
                          <a:schemeClr val="dk1"/>
                        </a:solidFill>
                        <a:latin typeface="Poppins"/>
                        <a:cs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tc>
                  <a:txBody>
                    <a:bodyPr/>
                    <a:lstStyle/>
                    <a:p>
                      <a:pPr marL="0" lvl="0" indent="0" algn="ctr" rtl="0">
                        <a:lnSpc>
                          <a:spcPct val="100000"/>
                        </a:lnSpc>
                        <a:spcBef>
                          <a:spcPts val="0"/>
                        </a:spcBef>
                        <a:spcAft>
                          <a:spcPts val="0"/>
                        </a:spcAft>
                        <a:buNone/>
                      </a:pPr>
                      <a:r>
                        <a:rPr lang="en" sz="1600">
                          <a:solidFill>
                            <a:schemeClr val="dk1"/>
                          </a:solidFill>
                          <a:latin typeface="Poppins"/>
                          <a:cs typeface="Poppins"/>
                        </a:rPr>
                        <a:t>R</a:t>
                      </a:r>
                      <a:r>
                        <a:rPr lang="en" sz="1600" baseline="30000">
                          <a:solidFill>
                            <a:schemeClr val="tx1"/>
                          </a:solidFill>
                          <a:latin typeface="Poppins"/>
                          <a:cs typeface="Poppins"/>
                        </a:rPr>
                        <a:t>2</a:t>
                      </a:r>
                      <a:endParaRPr lang="pt-PT" sz="1600" baseline="30000">
                        <a:solidFill>
                          <a:schemeClr val="tx1"/>
                        </a:solidFill>
                        <a:latin typeface="Poppins"/>
                        <a:cs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bg2">
                        <a:lumMod val="20000"/>
                        <a:lumOff val="80000"/>
                      </a:schemeClr>
                    </a:solidFill>
                  </a:tcPr>
                </a:tc>
                <a:extLst>
                  <a:ext uri="{0D108BD9-81ED-4DB2-BD59-A6C34878D82A}">
                    <a16:rowId xmlns:a16="http://schemas.microsoft.com/office/drawing/2014/main" val="1240461937"/>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cs typeface="Poppins"/>
                        </a:rPr>
                        <a:t>Random Forest</a:t>
                      </a:r>
                      <a:endParaRPr lang="pt-PT" sz="1200" b="1">
                        <a:solidFill>
                          <a:schemeClr val="tx1"/>
                        </a:solidFill>
                        <a:latin typeface="Poppins"/>
                        <a:cs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lvl="0" algn="ctr" rtl="0">
                        <a:lnSpc>
                          <a:spcPts val="900"/>
                        </a:lnSpc>
                        <a:buNone/>
                      </a:pPr>
                      <a:r>
                        <a:rPr lang="en-US" sz="1200">
                          <a:solidFill>
                            <a:srgbClr val="191919"/>
                          </a:solidFill>
                          <a:effectLst/>
                          <a:latin typeface="Poppins"/>
                        </a:rPr>
                        <a:t>0,0001</a:t>
                      </a:r>
                    </a:p>
                  </a:txBody>
                  <a:tcPr marL="68055" marR="68055" marT="68055" marB="6805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lvl="0" algn="ctr" rtl="0">
                        <a:lnSpc>
                          <a:spcPts val="900"/>
                        </a:lnSpc>
                        <a:buNone/>
                      </a:pPr>
                      <a:r>
                        <a:rPr lang="en-US" sz="1200">
                          <a:solidFill>
                            <a:srgbClr val="191919"/>
                          </a:solidFill>
                          <a:effectLst/>
                          <a:latin typeface="Poppins"/>
                        </a:rPr>
                        <a:t>0,9446</a:t>
                      </a:r>
                      <a:endParaRPr lang="en-US" sz="1200">
                        <a:solidFill>
                          <a:srgbClr val="000000"/>
                        </a:solidFill>
                        <a:effectLst/>
                      </a:endParaRPr>
                    </a:p>
                  </a:txBody>
                  <a:tcPr marL="68055" marR="68055" marT="68055" marB="6805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2488276462"/>
                  </a:ext>
                </a:extLst>
              </a:tr>
              <a:tr h="457200">
                <a:tc>
                  <a:txBody>
                    <a:bodyPr/>
                    <a:lstStyle/>
                    <a:p>
                      <a:pPr marL="0" lvl="0" indent="0" algn="ctr" rtl="0">
                        <a:lnSpc>
                          <a:spcPct val="100000"/>
                        </a:lnSpc>
                        <a:spcBef>
                          <a:spcPts val="0"/>
                        </a:spcBef>
                        <a:spcAft>
                          <a:spcPts val="0"/>
                        </a:spcAft>
                        <a:buNone/>
                      </a:pPr>
                      <a:r>
                        <a:rPr lang="en" sz="1200" b="1">
                          <a:solidFill>
                            <a:schemeClr val="tx1"/>
                          </a:solidFill>
                          <a:latin typeface="Poppins"/>
                          <a:cs typeface="Poppins"/>
                        </a:rPr>
                        <a:t>Linear Regression</a:t>
                      </a:r>
                      <a:endParaRPr lang="pt-PT" sz="1200" b="1">
                        <a:solidFill>
                          <a:schemeClr val="tx1"/>
                        </a:solidFill>
                        <a:latin typeface="Poppins"/>
                        <a:cs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algn="ctr" rtl="0" fontAlgn="base">
                        <a:lnSpc>
                          <a:spcPts val="900"/>
                        </a:lnSpc>
                      </a:pPr>
                      <a:r>
                        <a:rPr lang="en-US" sz="1200">
                          <a:solidFill>
                            <a:srgbClr val="191919"/>
                          </a:solidFill>
                          <a:effectLst/>
                          <a:latin typeface="Poppins"/>
                        </a:rPr>
                        <a:t>5,9045 x 10</a:t>
                      </a:r>
                      <a:r>
                        <a:rPr lang="en-US" sz="1200" baseline="30000">
                          <a:solidFill>
                            <a:srgbClr val="191919"/>
                          </a:solidFill>
                          <a:effectLst/>
                          <a:latin typeface="Poppins"/>
                        </a:rPr>
                        <a:t>-5</a:t>
                      </a:r>
                      <a:endParaRPr lang="en-US" sz="1200" baseline="30000">
                        <a:solidFill>
                          <a:srgbClr val="000000"/>
                        </a:solidFill>
                        <a:effectLst/>
                        <a:latin typeface="Poppins"/>
                      </a:endParaRPr>
                    </a:p>
                  </a:txBody>
                  <a:tcPr marL="68056" marR="68056" marT="68056" marB="68056" anchor="ctr">
                    <a:lnL w="9525" cap="flat" cmpd="sng" algn="ctr">
                      <a:solidFill>
                        <a:schemeClr val="dk1"/>
                      </a:solidFill>
                      <a:prstDash val="solid"/>
                      <a:round/>
                      <a:headEnd type="none" w="sm" len="sm"/>
                      <a:tailEnd type="none" w="sm" len="sm"/>
                    </a:lnL>
                    <a:lnR w="9525" cap="flat" cmpd="sng" algn="ctr">
                      <a:solidFill>
                        <a:srgbClr val="191919"/>
                      </a:solidFill>
                      <a:prstDash val="solid"/>
                      <a:round/>
                      <a:headEnd type="none" w="med" len="med"/>
                      <a:tailEnd type="none" w="med" len="med"/>
                    </a:lnR>
                    <a:lnT w="9525" cap="flat" cmpd="sng" algn="ctr">
                      <a:solidFill>
                        <a:schemeClr val="dk1"/>
                      </a:solidFill>
                      <a:prstDash val="solid"/>
                      <a:round/>
                      <a:headEnd type="none" w="sm" len="sm"/>
                      <a:tailEnd type="none" w="sm" len="sm"/>
                    </a:lnT>
                    <a:lnB w="9525" cap="flat" cmpd="sng" algn="ctr">
                      <a:solidFill>
                        <a:srgbClr val="191919"/>
                      </a:solidFill>
                      <a:prstDash val="solid"/>
                      <a:round/>
                      <a:headEnd type="none" w="med" len="med"/>
                      <a:tailEnd type="none" w="med" len="med"/>
                    </a:lnB>
                    <a:noFill/>
                  </a:tcPr>
                </a:tc>
                <a:tc>
                  <a:txBody>
                    <a:bodyPr/>
                    <a:lstStyle/>
                    <a:p>
                      <a:pPr algn="ctr" rtl="0" fontAlgn="base">
                        <a:lnSpc>
                          <a:spcPts val="900"/>
                        </a:lnSpc>
                      </a:pPr>
                      <a:r>
                        <a:rPr lang="en-US" sz="1200">
                          <a:solidFill>
                            <a:srgbClr val="191919"/>
                          </a:solidFill>
                          <a:effectLst/>
                          <a:latin typeface="Poppins"/>
                        </a:rPr>
                        <a:t>0,9450</a:t>
                      </a:r>
                      <a:endParaRPr lang="en-US" sz="1200">
                        <a:solidFill>
                          <a:srgbClr val="000000"/>
                        </a:solidFill>
                        <a:effectLst/>
                        <a:latin typeface="Poppins"/>
                      </a:endParaRPr>
                    </a:p>
                  </a:txBody>
                  <a:tcPr marL="68056" marR="68056" marT="68056" marB="68056" anchor="ctr">
                    <a:lnL w="9525" cap="flat" cmpd="sng" algn="ctr">
                      <a:solidFill>
                        <a:srgbClr val="191919"/>
                      </a:solidFill>
                      <a:prstDash val="solid"/>
                      <a:round/>
                      <a:headEnd type="none" w="med" len="med"/>
                      <a:tailEnd type="none" w="med" len="med"/>
                    </a:lnL>
                    <a:lnR w="9525" cap="flat" cmpd="sng" algn="ctr">
                      <a:solidFill>
                        <a:srgbClr val="191919"/>
                      </a:solidFill>
                      <a:prstDash val="solid"/>
                      <a:round/>
                      <a:headEnd type="none" w="med" len="med"/>
                      <a:tailEnd type="none" w="med" len="med"/>
                    </a:lnR>
                    <a:lnT w="9525" cap="flat" cmpd="sng" algn="ctr">
                      <a:solidFill>
                        <a:schemeClr val="dk1"/>
                      </a:solidFill>
                      <a:prstDash val="solid"/>
                      <a:round/>
                      <a:headEnd type="none" w="sm" len="sm"/>
                      <a:tailEnd type="none" w="sm" len="sm"/>
                    </a:lnT>
                    <a:lnB w="9525" cap="flat" cmpd="sng" algn="ctr">
                      <a:solidFill>
                        <a:srgbClr val="191919"/>
                      </a:solidFill>
                      <a:prstDash val="solid"/>
                      <a:round/>
                      <a:headEnd type="none" w="med" len="med"/>
                      <a:tailEnd type="none" w="med" len="med"/>
                    </a:lnB>
                    <a:noFill/>
                  </a:tcPr>
                </a:tc>
                <a:extLst>
                  <a:ext uri="{0D108BD9-81ED-4DB2-BD59-A6C34878D82A}">
                    <a16:rowId xmlns:a16="http://schemas.microsoft.com/office/drawing/2014/main" val="3794135734"/>
                  </a:ext>
                </a:extLst>
              </a:tr>
              <a:tr h="457200">
                <a:tc>
                  <a:txBody>
                    <a:bodyPr/>
                    <a:lstStyle/>
                    <a:p>
                      <a:pPr marL="0" lvl="0" indent="0" algn="ctr" rtl="0">
                        <a:lnSpc>
                          <a:spcPct val="100000"/>
                        </a:lnSpc>
                        <a:spcBef>
                          <a:spcPts val="0"/>
                        </a:spcBef>
                        <a:spcAft>
                          <a:spcPts val="0"/>
                        </a:spcAft>
                        <a:buNone/>
                      </a:pPr>
                      <a:r>
                        <a:rPr lang="pt-PT" sz="1200" b="1">
                          <a:solidFill>
                            <a:schemeClr val="tx1"/>
                          </a:solidFill>
                          <a:latin typeface="Poppins"/>
                          <a:cs typeface="Poppins"/>
                        </a:rPr>
                        <a:t>FFNN</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algn="ctr" rtl="0" fontAlgn="base">
                        <a:lnSpc>
                          <a:spcPts val="900"/>
                        </a:lnSpc>
                      </a:pPr>
                      <a:r>
                        <a:rPr lang="en-US" sz="1200">
                          <a:solidFill>
                            <a:srgbClr val="191919"/>
                          </a:solidFill>
                          <a:effectLst/>
                          <a:latin typeface="Poppins"/>
                        </a:rPr>
                        <a:t>0,0351</a:t>
                      </a:r>
                      <a:endParaRPr lang="en-US" sz="1200">
                        <a:solidFill>
                          <a:srgbClr val="000000"/>
                        </a:solidFill>
                        <a:effectLst/>
                        <a:latin typeface="Poppins"/>
                      </a:endParaRPr>
                    </a:p>
                  </a:txBody>
                  <a:tcPr marL="68056" marR="68056" marT="68056" marB="68056" anchor="ctr">
                    <a:lnL w="9525" cap="flat" cmpd="sng" algn="ctr">
                      <a:solidFill>
                        <a:schemeClr val="dk1"/>
                      </a:solidFill>
                      <a:prstDash val="solid"/>
                      <a:round/>
                      <a:headEnd type="none" w="sm" len="sm"/>
                      <a:tailEnd type="none" w="sm" len="sm"/>
                    </a:lnL>
                    <a:lnR w="9525" cap="flat" cmpd="sng" algn="ctr">
                      <a:solidFill>
                        <a:srgbClr val="191919"/>
                      </a:solidFill>
                      <a:prstDash val="solid"/>
                      <a:round/>
                      <a:headEnd type="none" w="med" len="med"/>
                      <a:tailEnd type="none" w="med" len="med"/>
                    </a:lnR>
                    <a:lnT w="9525" cap="flat" cmpd="sng" algn="ctr">
                      <a:solidFill>
                        <a:srgbClr val="191919"/>
                      </a:solidFill>
                      <a:prstDash val="solid"/>
                      <a:round/>
                      <a:headEnd type="none" w="med" len="med"/>
                      <a:tailEnd type="none" w="med" len="med"/>
                    </a:lnT>
                    <a:lnB w="9525" cap="flat" cmpd="sng" algn="ctr">
                      <a:solidFill>
                        <a:srgbClr val="191919"/>
                      </a:solidFill>
                      <a:prstDash val="solid"/>
                      <a:round/>
                      <a:headEnd type="none" w="med" len="med"/>
                      <a:tailEnd type="none" w="med" len="med"/>
                    </a:lnB>
                    <a:noFill/>
                  </a:tcPr>
                </a:tc>
                <a:tc>
                  <a:txBody>
                    <a:bodyPr/>
                    <a:lstStyle/>
                    <a:p>
                      <a:pPr algn="ctr" rtl="0" fontAlgn="base">
                        <a:lnSpc>
                          <a:spcPts val="900"/>
                        </a:lnSpc>
                      </a:pPr>
                      <a:r>
                        <a:rPr lang="en-US" sz="1200">
                          <a:solidFill>
                            <a:srgbClr val="191919"/>
                          </a:solidFill>
                          <a:effectLst/>
                          <a:latin typeface="Poppins"/>
                        </a:rPr>
                        <a:t>1,000</a:t>
                      </a:r>
                      <a:endParaRPr lang="en-US" sz="1200">
                        <a:solidFill>
                          <a:srgbClr val="000000"/>
                        </a:solidFill>
                        <a:effectLst/>
                        <a:latin typeface="Poppins"/>
                      </a:endParaRPr>
                    </a:p>
                  </a:txBody>
                  <a:tcPr marL="68056" marR="68056" marT="68056" marB="68056" anchor="ctr">
                    <a:lnL w="9525" cap="flat" cmpd="sng" algn="ctr">
                      <a:solidFill>
                        <a:srgbClr val="191919"/>
                      </a:solidFill>
                      <a:prstDash val="solid"/>
                      <a:round/>
                      <a:headEnd type="none" w="med" len="med"/>
                      <a:tailEnd type="none" w="med" len="med"/>
                    </a:lnL>
                    <a:lnR w="9525" cap="flat" cmpd="sng" algn="ctr">
                      <a:solidFill>
                        <a:srgbClr val="191919"/>
                      </a:solidFill>
                      <a:prstDash val="solid"/>
                      <a:round/>
                      <a:headEnd type="none" w="med" len="med"/>
                      <a:tailEnd type="none" w="med" len="med"/>
                    </a:lnR>
                    <a:lnT w="9525" cap="flat" cmpd="sng" algn="ctr">
                      <a:solidFill>
                        <a:srgbClr val="191919"/>
                      </a:solidFill>
                      <a:prstDash val="solid"/>
                      <a:round/>
                      <a:headEnd type="none" w="med" len="med"/>
                      <a:tailEnd type="none" w="med" len="med"/>
                    </a:lnT>
                    <a:lnB w="9525" cap="flat" cmpd="sng" algn="ctr">
                      <a:solidFill>
                        <a:srgbClr val="191919"/>
                      </a:solidFill>
                      <a:prstDash val="solid"/>
                      <a:round/>
                      <a:headEnd type="none" w="med" len="med"/>
                      <a:tailEnd type="none" w="med" len="med"/>
                    </a:lnB>
                    <a:noFill/>
                  </a:tcPr>
                </a:tc>
                <a:extLst>
                  <a:ext uri="{0D108BD9-81ED-4DB2-BD59-A6C34878D82A}">
                    <a16:rowId xmlns:a16="http://schemas.microsoft.com/office/drawing/2014/main" val="4187100857"/>
                  </a:ext>
                </a:extLst>
              </a:tr>
            </a:tbl>
          </a:graphicData>
        </a:graphic>
      </p:graphicFrame>
      <p:sp>
        <p:nvSpPr>
          <p:cNvPr id="4" name="CaixaDeTexto 3">
            <a:extLst>
              <a:ext uri="{FF2B5EF4-FFF2-40B4-BE49-F238E27FC236}">
                <a16:creationId xmlns:a16="http://schemas.microsoft.com/office/drawing/2014/main" id="{92F3F82D-57B5-5540-2205-1674990AC71D}"/>
              </a:ext>
            </a:extLst>
          </p:cNvPr>
          <p:cNvSpPr txBox="1"/>
          <p:nvPr/>
        </p:nvSpPr>
        <p:spPr>
          <a:xfrm>
            <a:off x="719792" y="1542229"/>
            <a:ext cx="35210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b="1">
                <a:solidFill>
                  <a:schemeClr val="bg2"/>
                </a:solidFill>
                <a:latin typeface="Poppins"/>
                <a:cs typeface="Poppins"/>
                <a:sym typeface="Poppins"/>
              </a:rPr>
              <a:t>10 </a:t>
            </a:r>
            <a:r>
              <a:rPr lang="pt-PT" sz="2000" b="1" err="1">
                <a:solidFill>
                  <a:schemeClr val="bg2"/>
                </a:solidFill>
                <a:latin typeface="Poppins"/>
                <a:cs typeface="Poppins"/>
                <a:sym typeface="Poppins"/>
              </a:rPr>
              <a:t>features</a:t>
            </a:r>
            <a:endParaRPr lang="pt-PT" sz="2000" b="1" err="1">
              <a:solidFill>
                <a:schemeClr val="bg2"/>
              </a:solidFill>
              <a:latin typeface="Poppins"/>
              <a:cs typeface="Poppins"/>
            </a:endParaRPr>
          </a:p>
        </p:txBody>
      </p:sp>
      <p:sp>
        <p:nvSpPr>
          <p:cNvPr id="5" name="CaixaDeTexto 4">
            <a:extLst>
              <a:ext uri="{FF2B5EF4-FFF2-40B4-BE49-F238E27FC236}">
                <a16:creationId xmlns:a16="http://schemas.microsoft.com/office/drawing/2014/main" id="{88D1A6BD-01B4-8A64-BDCB-53FBCD83FC60}"/>
              </a:ext>
            </a:extLst>
          </p:cNvPr>
          <p:cNvSpPr txBox="1"/>
          <p:nvPr/>
        </p:nvSpPr>
        <p:spPr>
          <a:xfrm>
            <a:off x="4903603" y="1542229"/>
            <a:ext cx="348874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b="1">
                <a:solidFill>
                  <a:schemeClr val="bg2"/>
                </a:solidFill>
                <a:latin typeface="Poppins"/>
                <a:cs typeface="Poppins"/>
              </a:rPr>
              <a:t>2 </a:t>
            </a:r>
            <a:r>
              <a:rPr lang="pt-PT" sz="2000" b="1" err="1">
                <a:solidFill>
                  <a:schemeClr val="bg2"/>
                </a:solidFill>
                <a:latin typeface="Poppins"/>
                <a:cs typeface="Poppins"/>
              </a:rPr>
              <a:t>most</a:t>
            </a:r>
            <a:r>
              <a:rPr lang="pt-PT" sz="2000" b="1">
                <a:solidFill>
                  <a:schemeClr val="bg2"/>
                </a:solidFill>
                <a:latin typeface="Poppins"/>
                <a:cs typeface="Poppins"/>
              </a:rPr>
              <a:t> </a:t>
            </a:r>
            <a:r>
              <a:rPr lang="pt-PT" sz="2000" b="1" err="1">
                <a:solidFill>
                  <a:schemeClr val="bg2"/>
                </a:solidFill>
                <a:latin typeface="Poppins"/>
                <a:cs typeface="Poppins"/>
              </a:rPr>
              <a:t>relevant</a:t>
            </a:r>
            <a:r>
              <a:rPr lang="pt-PT" sz="2000" b="1">
                <a:solidFill>
                  <a:schemeClr val="bg2"/>
                </a:solidFill>
                <a:latin typeface="Poppins"/>
                <a:cs typeface="Poppins"/>
              </a:rPr>
              <a:t> </a:t>
            </a:r>
            <a:r>
              <a:rPr lang="pt-PT" sz="2000" b="1" err="1">
                <a:solidFill>
                  <a:schemeClr val="bg2"/>
                </a:solidFill>
                <a:latin typeface="Poppins"/>
                <a:cs typeface="Poppins"/>
              </a:rPr>
              <a:t>features</a:t>
            </a:r>
            <a:endParaRPr lang="pt-PT" sz="2000" b="1">
              <a:solidFill>
                <a:schemeClr val="bg2"/>
              </a:solidFill>
              <a:latin typeface="Poppins"/>
              <a:cs typeface="Poppins"/>
            </a:endParaRPr>
          </a:p>
        </p:txBody>
      </p:sp>
      <p:sp>
        <p:nvSpPr>
          <p:cNvPr id="2" name="Oval 1">
            <a:extLst>
              <a:ext uri="{FF2B5EF4-FFF2-40B4-BE49-F238E27FC236}">
                <a16:creationId xmlns:a16="http://schemas.microsoft.com/office/drawing/2014/main" id="{74902975-DD51-878A-ECC8-D0A0B62F2FBF}"/>
              </a:ext>
            </a:extLst>
          </p:cNvPr>
          <p:cNvSpPr/>
          <p:nvPr/>
        </p:nvSpPr>
        <p:spPr>
          <a:xfrm>
            <a:off x="2237031" y="2736951"/>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
        <p:nvSpPr>
          <p:cNvPr id="6" name="Oval 5">
            <a:extLst>
              <a:ext uri="{FF2B5EF4-FFF2-40B4-BE49-F238E27FC236}">
                <a16:creationId xmlns:a16="http://schemas.microsoft.com/office/drawing/2014/main" id="{A00E4744-3884-DAF4-3CFD-01D9C8C4B90B}"/>
              </a:ext>
            </a:extLst>
          </p:cNvPr>
          <p:cNvSpPr/>
          <p:nvPr/>
        </p:nvSpPr>
        <p:spPr>
          <a:xfrm>
            <a:off x="3337623" y="2736951"/>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
        <p:nvSpPr>
          <p:cNvPr id="7" name="Oval 6">
            <a:extLst>
              <a:ext uri="{FF2B5EF4-FFF2-40B4-BE49-F238E27FC236}">
                <a16:creationId xmlns:a16="http://schemas.microsoft.com/office/drawing/2014/main" id="{0E102EAF-540D-2E03-558F-5910DDDC0C08}"/>
              </a:ext>
            </a:extLst>
          </p:cNvPr>
          <p:cNvSpPr/>
          <p:nvPr/>
        </p:nvSpPr>
        <p:spPr>
          <a:xfrm>
            <a:off x="2237030" y="3732082"/>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
        <p:nvSpPr>
          <p:cNvPr id="8" name="Oval 7">
            <a:extLst>
              <a:ext uri="{FF2B5EF4-FFF2-40B4-BE49-F238E27FC236}">
                <a16:creationId xmlns:a16="http://schemas.microsoft.com/office/drawing/2014/main" id="{C57E1594-0975-EBDF-6D2D-4384862BE453}"/>
              </a:ext>
            </a:extLst>
          </p:cNvPr>
          <p:cNvSpPr/>
          <p:nvPr/>
        </p:nvSpPr>
        <p:spPr>
          <a:xfrm>
            <a:off x="6385285" y="3732082"/>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
        <p:nvSpPr>
          <p:cNvPr id="9" name="Oval 8">
            <a:extLst>
              <a:ext uri="{FF2B5EF4-FFF2-40B4-BE49-F238E27FC236}">
                <a16:creationId xmlns:a16="http://schemas.microsoft.com/office/drawing/2014/main" id="{B1733861-BD99-0729-BC8B-97426946C99C}"/>
              </a:ext>
            </a:extLst>
          </p:cNvPr>
          <p:cNvSpPr/>
          <p:nvPr/>
        </p:nvSpPr>
        <p:spPr>
          <a:xfrm>
            <a:off x="7463237" y="3732082"/>
            <a:ext cx="808249" cy="371794"/>
          </a:xfrm>
          <a:prstGeom prst="ellipse">
            <a:avLst/>
          </a:prstGeom>
          <a:no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a:p>
            <a:pPr algn="ctr"/>
            <a:endParaRPr lang="pt-PT"/>
          </a:p>
          <a:p>
            <a:pPr algn="ctr"/>
            <a:endParaRPr lang="pt-PT"/>
          </a:p>
          <a:p>
            <a:pPr algn="ctr"/>
            <a:endParaRPr lang="pt-P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1EDDFAFB-7613-88B0-BC92-8F0E862BCD82}"/>
            </a:ext>
          </a:extLst>
        </p:cNvPr>
        <p:cNvGrpSpPr/>
        <p:nvPr/>
      </p:nvGrpSpPr>
      <p:grpSpPr>
        <a:xfrm>
          <a:off x="0" y="0"/>
          <a:ext cx="0" cy="0"/>
          <a:chOff x="0" y="0"/>
          <a:chExt cx="0" cy="0"/>
        </a:xfrm>
      </p:grpSpPr>
      <p:sp>
        <p:nvSpPr>
          <p:cNvPr id="260" name="Google Shape;260;p33">
            <a:extLst>
              <a:ext uri="{FF2B5EF4-FFF2-40B4-BE49-F238E27FC236}">
                <a16:creationId xmlns:a16="http://schemas.microsoft.com/office/drawing/2014/main" id="{28BA1051-34BA-EF1B-8CD5-E6D4DE4913B2}"/>
              </a:ext>
            </a:extLst>
          </p:cNvPr>
          <p:cNvSpPr txBox="1">
            <a:spLocks noGrp="1"/>
          </p:cNvSpPr>
          <p:nvPr>
            <p:ph type="title"/>
          </p:nvPr>
        </p:nvSpPr>
        <p:spPr>
          <a:xfrm>
            <a:off x="1101228" y="2570254"/>
            <a:ext cx="4785457" cy="9172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Conclusão</a:t>
            </a:r>
          </a:p>
        </p:txBody>
      </p:sp>
      <p:sp>
        <p:nvSpPr>
          <p:cNvPr id="261" name="Google Shape;261;p33">
            <a:extLst>
              <a:ext uri="{FF2B5EF4-FFF2-40B4-BE49-F238E27FC236}">
                <a16:creationId xmlns:a16="http://schemas.microsoft.com/office/drawing/2014/main" id="{FDF3C096-CF45-8BBC-DBFC-C0768DFC459A}"/>
              </a:ext>
            </a:extLst>
          </p:cNvPr>
          <p:cNvSpPr txBox="1">
            <a:spLocks noGrp="1"/>
          </p:cNvSpPr>
          <p:nvPr>
            <p:ph type="title" idx="2"/>
          </p:nvPr>
        </p:nvSpPr>
        <p:spPr>
          <a:xfrm>
            <a:off x="1112011" y="1677531"/>
            <a:ext cx="1288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grpSp>
        <p:nvGrpSpPr>
          <p:cNvPr id="262" name="Google Shape;262;p33">
            <a:extLst>
              <a:ext uri="{FF2B5EF4-FFF2-40B4-BE49-F238E27FC236}">
                <a16:creationId xmlns:a16="http://schemas.microsoft.com/office/drawing/2014/main" id="{4086D782-D61E-838D-0FBE-D8F000BEFEED}"/>
              </a:ext>
            </a:extLst>
          </p:cNvPr>
          <p:cNvGrpSpPr/>
          <p:nvPr/>
        </p:nvGrpSpPr>
        <p:grpSpPr>
          <a:xfrm flipH="1">
            <a:off x="-93625" y="2521475"/>
            <a:ext cx="4993500" cy="0"/>
            <a:chOff x="2220050" y="1547100"/>
            <a:chExt cx="4993500" cy="0"/>
          </a:xfrm>
        </p:grpSpPr>
        <p:cxnSp>
          <p:nvCxnSpPr>
            <p:cNvPr id="263" name="Google Shape;263;p33">
              <a:extLst>
                <a:ext uri="{FF2B5EF4-FFF2-40B4-BE49-F238E27FC236}">
                  <a16:creationId xmlns:a16="http://schemas.microsoft.com/office/drawing/2014/main" id="{37EDCF2A-47EF-4C19-5C23-B52C81292DB1}"/>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264" name="Google Shape;264;p33">
              <a:extLst>
                <a:ext uri="{FF2B5EF4-FFF2-40B4-BE49-F238E27FC236}">
                  <a16:creationId xmlns:a16="http://schemas.microsoft.com/office/drawing/2014/main" id="{D16B73FD-A620-1BFC-5190-E0EA79AD2DEF}"/>
                </a:ext>
              </a:extLst>
            </p:cNvPr>
            <p:cNvCxnSpPr/>
            <p:nvPr/>
          </p:nvCxnSpPr>
          <p:spPr>
            <a:xfrm>
              <a:off x="2684450" y="1547100"/>
              <a:ext cx="45291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90266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a:extLst>
            <a:ext uri="{FF2B5EF4-FFF2-40B4-BE49-F238E27FC236}">
              <a16:creationId xmlns:a16="http://schemas.microsoft.com/office/drawing/2014/main" id="{B08D42C9-A2AD-253F-F06E-298F0A7665DC}"/>
            </a:ext>
          </a:extLst>
        </p:cNvPr>
        <p:cNvGrpSpPr/>
        <p:nvPr/>
      </p:nvGrpSpPr>
      <p:grpSpPr>
        <a:xfrm>
          <a:off x="0" y="0"/>
          <a:ext cx="0" cy="0"/>
          <a:chOff x="0" y="0"/>
          <a:chExt cx="0" cy="0"/>
        </a:xfrm>
      </p:grpSpPr>
      <p:sp>
        <p:nvSpPr>
          <p:cNvPr id="328" name="Google Shape;328;p38">
            <a:extLst>
              <a:ext uri="{FF2B5EF4-FFF2-40B4-BE49-F238E27FC236}">
                <a16:creationId xmlns:a16="http://schemas.microsoft.com/office/drawing/2014/main" id="{B14FB4AD-6378-BA1C-D8FE-165393C03AD5}"/>
              </a:ext>
            </a:extLst>
          </p:cNvPr>
          <p:cNvSpPr txBox="1">
            <a:spLocks noGrp="1"/>
          </p:cNvSpPr>
          <p:nvPr>
            <p:ph type="title"/>
          </p:nvPr>
        </p:nvSpPr>
        <p:spPr>
          <a:xfrm>
            <a:off x="1282262" y="270474"/>
            <a:ext cx="7382964" cy="628800"/>
          </a:xfrm>
          <a:prstGeom prst="rect">
            <a:avLst/>
          </a:prstGeom>
        </p:spPr>
        <p:txBody>
          <a:bodyPr spcFirstLastPara="1" wrap="square" lIns="91425" tIns="91425" rIns="91425" bIns="91425" anchor="b" anchorCtr="0">
            <a:noAutofit/>
          </a:bodyPr>
          <a:lstStyle/>
          <a:p>
            <a:r>
              <a:rPr lang="en"/>
              <a:t>Conclusão</a:t>
            </a:r>
            <a:endParaRPr/>
          </a:p>
        </p:txBody>
      </p:sp>
      <p:grpSp>
        <p:nvGrpSpPr>
          <p:cNvPr id="332" name="Google Shape;332;p38">
            <a:extLst>
              <a:ext uri="{FF2B5EF4-FFF2-40B4-BE49-F238E27FC236}">
                <a16:creationId xmlns:a16="http://schemas.microsoft.com/office/drawing/2014/main" id="{3C3CE095-80DA-B4A1-2315-623FC2B4C717}"/>
              </a:ext>
            </a:extLst>
          </p:cNvPr>
          <p:cNvGrpSpPr/>
          <p:nvPr/>
        </p:nvGrpSpPr>
        <p:grpSpPr>
          <a:xfrm>
            <a:off x="1377525" y="4873025"/>
            <a:ext cx="8169300" cy="0"/>
            <a:chOff x="2220050" y="1547100"/>
            <a:chExt cx="8169300" cy="0"/>
          </a:xfrm>
        </p:grpSpPr>
        <p:cxnSp>
          <p:nvCxnSpPr>
            <p:cNvPr id="333" name="Google Shape;333;p38">
              <a:extLst>
                <a:ext uri="{FF2B5EF4-FFF2-40B4-BE49-F238E27FC236}">
                  <a16:creationId xmlns:a16="http://schemas.microsoft.com/office/drawing/2014/main" id="{B28E3625-C528-FDDD-94A8-C800F810C78D}"/>
                </a:ext>
              </a:extLst>
            </p:cNvPr>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34" name="Google Shape;334;p38">
              <a:extLst>
                <a:ext uri="{FF2B5EF4-FFF2-40B4-BE49-F238E27FC236}">
                  <a16:creationId xmlns:a16="http://schemas.microsoft.com/office/drawing/2014/main" id="{FD67D321-EC78-0310-B03D-11B8AEC6FD07}"/>
                </a:ext>
              </a:extLst>
            </p:cNvPr>
            <p:cNvCxnSpPr/>
            <p:nvPr/>
          </p:nvCxnSpPr>
          <p:spPr>
            <a:xfrm>
              <a:off x="2684450" y="1547100"/>
              <a:ext cx="7704900" cy="0"/>
            </a:xfrm>
            <a:prstGeom prst="straightConnector1">
              <a:avLst/>
            </a:prstGeom>
            <a:noFill/>
            <a:ln w="9525" cap="flat" cmpd="sng">
              <a:solidFill>
                <a:schemeClr val="dk1"/>
              </a:solidFill>
              <a:prstDash val="solid"/>
              <a:round/>
              <a:headEnd type="none" w="med" len="med"/>
              <a:tailEnd type="none" w="med" len="med"/>
            </a:ln>
          </p:spPr>
        </p:cxnSp>
      </p:grpSp>
      <p:sp>
        <p:nvSpPr>
          <p:cNvPr id="2" name="TextBox 1">
            <a:extLst>
              <a:ext uri="{FF2B5EF4-FFF2-40B4-BE49-F238E27FC236}">
                <a16:creationId xmlns:a16="http://schemas.microsoft.com/office/drawing/2014/main" id="{9DA5EE49-C0C1-A29A-78B9-06D874F5D729}"/>
              </a:ext>
            </a:extLst>
          </p:cNvPr>
          <p:cNvSpPr txBox="1"/>
          <p:nvPr/>
        </p:nvSpPr>
        <p:spPr>
          <a:xfrm>
            <a:off x="1488031" y="1733482"/>
            <a:ext cx="3627380" cy="2446824"/>
          </a:xfrm>
          <a:prstGeom prst="rect">
            <a:avLst/>
          </a:prstGeom>
          <a:noFill/>
        </p:spPr>
        <p:txBody>
          <a:bodyPr wrap="square" rtlCol="0">
            <a:spAutoFit/>
          </a:bodyPr>
          <a:lstStyle/>
          <a:p>
            <a:pPr marL="285750" indent="-285750">
              <a:buFont typeface="Wingdings" panose="05000000000000000000" pitchFamily="2" charset="2"/>
              <a:buChar char="Ø"/>
            </a:pPr>
            <a:r>
              <a:rPr lang="pt-PT" sz="1700" err="1"/>
              <a:t>Overfitting</a:t>
            </a:r>
            <a:r>
              <a:rPr lang="pt-PT" sz="1700"/>
              <a:t> em todos os modelos </a:t>
            </a:r>
          </a:p>
          <a:p>
            <a:pPr marL="285750" indent="-285750">
              <a:buFont typeface="Wingdings" panose="05000000000000000000" pitchFamily="2" charset="2"/>
              <a:buChar char="Ø"/>
            </a:pPr>
            <a:r>
              <a:rPr lang="pt-PT" sz="1700"/>
              <a:t>FFNN com a melhor performance nas tarefas de regressão e classificação para 10 ou 2 </a:t>
            </a:r>
            <a:r>
              <a:rPr lang="pt-PT" sz="1700" err="1"/>
              <a:t>features</a:t>
            </a:r>
            <a:r>
              <a:rPr lang="pt-PT" sz="1700"/>
              <a:t>.</a:t>
            </a:r>
          </a:p>
          <a:p>
            <a:pPr marL="285750" indent="-285750">
              <a:buFont typeface="Wingdings" panose="05000000000000000000" pitchFamily="2" charset="2"/>
              <a:buChar char="Ø"/>
            </a:pPr>
            <a:r>
              <a:rPr lang="pt-PT" sz="1700"/>
              <a:t>SVM possui uma boa performance para 2 </a:t>
            </a:r>
            <a:r>
              <a:rPr lang="pt-PT" sz="1700" err="1"/>
              <a:t>features</a:t>
            </a:r>
            <a:r>
              <a:rPr lang="pt-PT" sz="1700"/>
              <a:t>.</a:t>
            </a:r>
          </a:p>
          <a:p>
            <a:pPr marL="285750" indent="-285750">
              <a:buFont typeface="Wingdings" panose="05000000000000000000" pitchFamily="2" charset="2"/>
              <a:buChar char="Ø"/>
            </a:pPr>
            <a:r>
              <a:rPr lang="pt-PT" sz="1700"/>
              <a:t>Decréscimo na performance para 2 </a:t>
            </a:r>
            <a:r>
              <a:rPr lang="pt-PT" sz="1700" err="1"/>
              <a:t>features</a:t>
            </a:r>
            <a:r>
              <a:rPr lang="pt-PT" sz="1700"/>
              <a:t>.</a:t>
            </a:r>
          </a:p>
        </p:txBody>
      </p:sp>
      <p:sp>
        <p:nvSpPr>
          <p:cNvPr id="4" name="TextBox 3">
            <a:extLst>
              <a:ext uri="{FF2B5EF4-FFF2-40B4-BE49-F238E27FC236}">
                <a16:creationId xmlns:a16="http://schemas.microsoft.com/office/drawing/2014/main" id="{FB0622F4-2DE2-8349-3D0C-D3ECD4EB6779}"/>
              </a:ext>
            </a:extLst>
          </p:cNvPr>
          <p:cNvSpPr txBox="1"/>
          <p:nvPr/>
        </p:nvSpPr>
        <p:spPr>
          <a:xfrm>
            <a:off x="5140918" y="1779333"/>
            <a:ext cx="3627380" cy="2185214"/>
          </a:xfrm>
          <a:prstGeom prst="rect">
            <a:avLst/>
          </a:prstGeom>
          <a:noFill/>
        </p:spPr>
        <p:txBody>
          <a:bodyPr wrap="square">
            <a:spAutoFit/>
          </a:bodyPr>
          <a:lstStyle/>
          <a:p>
            <a:pPr marL="285750" indent="-285750">
              <a:buFont typeface="Wingdings" panose="05000000000000000000" pitchFamily="2" charset="2"/>
              <a:buChar char="Ø"/>
            </a:pPr>
            <a:r>
              <a:rPr lang="pt-PT" sz="1700"/>
              <a:t>Procura de combinações de parâmetros mais abrangente para RF e SVM.</a:t>
            </a:r>
          </a:p>
          <a:p>
            <a:pPr marL="285750" indent="-285750">
              <a:buFont typeface="Wingdings" panose="05000000000000000000" pitchFamily="2" charset="2"/>
              <a:buChar char="Ø"/>
            </a:pPr>
            <a:r>
              <a:rPr lang="pt-PT" sz="1700"/>
              <a:t>Regularização L1/L2</a:t>
            </a:r>
          </a:p>
          <a:p>
            <a:pPr marL="285750" indent="-285750">
              <a:buFont typeface="Wingdings" panose="05000000000000000000" pitchFamily="2" charset="2"/>
              <a:buChar char="Ø"/>
            </a:pPr>
            <a:r>
              <a:rPr lang="pt-PT" sz="1700"/>
              <a:t>Incorporar outros métodos</a:t>
            </a:r>
          </a:p>
          <a:p>
            <a:pPr marL="285750" indent="-285750">
              <a:buFont typeface="Wingdings" panose="05000000000000000000" pitchFamily="2" charset="2"/>
              <a:buChar char="Ø"/>
            </a:pPr>
            <a:r>
              <a:rPr lang="pt-PT" sz="1700"/>
              <a:t>Data </a:t>
            </a:r>
            <a:r>
              <a:rPr lang="pt-PT" sz="1700" err="1"/>
              <a:t>augmentation</a:t>
            </a:r>
            <a:endParaRPr lang="pt-PT" sz="1700"/>
          </a:p>
          <a:p>
            <a:pPr marL="285750" indent="-285750">
              <a:buFont typeface="Wingdings" panose="05000000000000000000" pitchFamily="2" charset="2"/>
              <a:buChar char="Ø"/>
            </a:pPr>
            <a:r>
              <a:rPr lang="pt-PT" sz="1700"/>
              <a:t>Out-</a:t>
            </a:r>
            <a:r>
              <a:rPr lang="pt-PT" sz="1700" err="1"/>
              <a:t>of</a:t>
            </a:r>
            <a:r>
              <a:rPr lang="pt-PT" sz="1700"/>
              <a:t>-</a:t>
            </a:r>
            <a:r>
              <a:rPr lang="pt-PT" sz="1700" err="1"/>
              <a:t>distribution</a:t>
            </a:r>
            <a:r>
              <a:rPr lang="pt-PT" sz="1700"/>
              <a:t> e Out-</a:t>
            </a:r>
            <a:r>
              <a:rPr lang="pt-PT" sz="1700" err="1"/>
              <a:t>of</a:t>
            </a:r>
            <a:r>
              <a:rPr lang="pt-PT" sz="1700"/>
              <a:t>-</a:t>
            </a:r>
            <a:r>
              <a:rPr lang="pt-PT" sz="1700" err="1"/>
              <a:t>domain</a:t>
            </a:r>
            <a:r>
              <a:rPr lang="pt-PT" sz="1700"/>
              <a:t> </a:t>
            </a:r>
            <a:r>
              <a:rPr lang="pt-PT" sz="1700" err="1"/>
              <a:t>testing</a:t>
            </a:r>
            <a:endParaRPr lang="pt-PT" sz="1700"/>
          </a:p>
        </p:txBody>
      </p:sp>
      <p:sp>
        <p:nvSpPr>
          <p:cNvPr id="5" name="CaixaDeTexto 3">
            <a:extLst>
              <a:ext uri="{FF2B5EF4-FFF2-40B4-BE49-F238E27FC236}">
                <a16:creationId xmlns:a16="http://schemas.microsoft.com/office/drawing/2014/main" id="{404E5FE1-E5CE-C25E-6F97-539CABA2C7AB}"/>
              </a:ext>
            </a:extLst>
          </p:cNvPr>
          <p:cNvSpPr txBox="1"/>
          <p:nvPr/>
        </p:nvSpPr>
        <p:spPr>
          <a:xfrm>
            <a:off x="5843168" y="1256112"/>
            <a:ext cx="2222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400" b="1">
                <a:solidFill>
                  <a:schemeClr val="tx1"/>
                </a:solidFill>
                <a:latin typeface="Poppins"/>
                <a:cs typeface="Poppins"/>
                <a:sym typeface="Poppins"/>
              </a:rPr>
              <a:t>Melhorias</a:t>
            </a:r>
            <a:endParaRPr lang="pt-PT" sz="2800" b="1">
              <a:solidFill>
                <a:schemeClr val="tx1"/>
              </a:solidFill>
              <a:latin typeface="Poppins"/>
              <a:cs typeface="Poppins"/>
            </a:endParaRPr>
          </a:p>
        </p:txBody>
      </p:sp>
      <p:sp>
        <p:nvSpPr>
          <p:cNvPr id="6" name="CaixaDeTexto 3">
            <a:extLst>
              <a:ext uri="{FF2B5EF4-FFF2-40B4-BE49-F238E27FC236}">
                <a16:creationId xmlns:a16="http://schemas.microsoft.com/office/drawing/2014/main" id="{B2144855-8860-0AFC-6FA6-88A4CE6E8D9C}"/>
              </a:ext>
            </a:extLst>
          </p:cNvPr>
          <p:cNvSpPr txBox="1"/>
          <p:nvPr/>
        </p:nvSpPr>
        <p:spPr>
          <a:xfrm>
            <a:off x="1929653" y="1256113"/>
            <a:ext cx="27111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400" b="1">
                <a:solidFill>
                  <a:schemeClr val="tx1"/>
                </a:solidFill>
                <a:latin typeface="Poppins"/>
                <a:cs typeface="Poppins"/>
                <a:sym typeface="Poppins"/>
              </a:rPr>
              <a:t>Performance</a:t>
            </a:r>
            <a:endParaRPr lang="pt-PT" sz="2800" b="1">
              <a:solidFill>
                <a:schemeClr val="tx1"/>
              </a:solidFill>
              <a:latin typeface="Poppins"/>
              <a:cs typeface="Poppins"/>
            </a:endParaRPr>
          </a:p>
        </p:txBody>
      </p:sp>
      <p:graphicFrame>
        <p:nvGraphicFramePr>
          <p:cNvPr id="3" name="Google Shape;7315;p57">
            <a:extLst>
              <a:ext uri="{FF2B5EF4-FFF2-40B4-BE49-F238E27FC236}">
                <a16:creationId xmlns:a16="http://schemas.microsoft.com/office/drawing/2014/main" id="{46800406-963D-203D-A9D3-66032037DE59}"/>
              </a:ext>
            </a:extLst>
          </p:cNvPr>
          <p:cNvGraphicFramePr/>
          <p:nvPr>
            <p:extLst>
              <p:ext uri="{D42A27DB-BD31-4B8C-83A1-F6EECF244321}">
                <p14:modId xmlns:p14="http://schemas.microsoft.com/office/powerpoint/2010/main" val="622371971"/>
              </p:ext>
            </p:extLst>
          </p:nvPr>
        </p:nvGraphicFramePr>
        <p:xfrm>
          <a:off x="1488031" y="1091867"/>
          <a:ext cx="6890252" cy="3412269"/>
        </p:xfrm>
        <a:graphic>
          <a:graphicData uri="http://schemas.openxmlformats.org/drawingml/2006/table">
            <a:tbl>
              <a:tblPr>
                <a:noFill/>
                <a:tableStyleId>{DEA74A77-C99D-49D8-B570-5F17BF624054}</a:tableStyleId>
              </a:tblPr>
              <a:tblGrid>
                <a:gridCol w="3445126">
                  <a:extLst>
                    <a:ext uri="{9D8B030D-6E8A-4147-A177-3AD203B41FA5}">
                      <a16:colId xmlns:a16="http://schemas.microsoft.com/office/drawing/2014/main" val="20000"/>
                    </a:ext>
                  </a:extLst>
                </a:gridCol>
                <a:gridCol w="3445126">
                  <a:extLst>
                    <a:ext uri="{9D8B030D-6E8A-4147-A177-3AD203B41FA5}">
                      <a16:colId xmlns:a16="http://schemas.microsoft.com/office/drawing/2014/main" val="20001"/>
                    </a:ext>
                  </a:extLst>
                </a:gridCol>
              </a:tblGrid>
              <a:tr h="69505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2400" b="1">
                          <a:solidFill>
                            <a:schemeClr val="bg1"/>
                          </a:solidFill>
                          <a:latin typeface="Poppins"/>
                          <a:cs typeface="Poppins"/>
                          <a:sym typeface="Poppins"/>
                        </a:rPr>
                        <a:t>Performance</a:t>
                      </a:r>
                      <a:endParaRPr lang="pt-PT" sz="2400" b="1">
                        <a:solidFill>
                          <a:schemeClr val="bg1"/>
                        </a:solidFill>
                        <a:latin typeface="Poppins"/>
                        <a:cs typeface="Poppins"/>
                      </a:endParaRPr>
                    </a:p>
                  </a:txBody>
                  <a:tcPr marL="91425" marR="91425" marT="91425" marB="91425" anchor="ctr">
                    <a:lnL w="9525" cap="flat" cmpd="sng">
                      <a:solidFill>
                        <a:srgbClr val="F2F2F2">
                          <a:alpha val="0"/>
                        </a:srgbClr>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alpha val="0"/>
                        </a:srgbClr>
                      </a:solidFill>
                      <a:prstDash val="solid"/>
                      <a:round/>
                      <a:headEnd type="none" w="sm" len="sm"/>
                      <a:tailEnd type="none" w="sm" len="sm"/>
                    </a:lnT>
                    <a:lnB w="9525" cap="flat" cmpd="sng">
                      <a:solidFill>
                        <a:srgbClr val="F2F2F2"/>
                      </a:solidFill>
                      <a:prstDash val="solid"/>
                      <a:round/>
                      <a:headEnd type="none" w="sm" len="sm"/>
                      <a:tailEnd type="none" w="sm" len="sm"/>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PT" sz="2400" b="1">
                          <a:solidFill>
                            <a:schemeClr val="bg1"/>
                          </a:solidFill>
                          <a:latin typeface="Poppins"/>
                          <a:cs typeface="Poppins"/>
                          <a:sym typeface="Poppins"/>
                        </a:rPr>
                        <a:t>Melhorias</a:t>
                      </a:r>
                      <a:endParaRPr lang="pt-PT" sz="2400" b="1">
                        <a:solidFill>
                          <a:schemeClr val="bg1"/>
                        </a:solidFill>
                        <a:latin typeface="Poppins"/>
                        <a:cs typeface="Poppins"/>
                      </a:endParaRPr>
                    </a:p>
                  </a:txBody>
                  <a:tcPr marL="91425" marR="91425" marT="91425" marB="91425" anchor="ctr">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solidFill>
                        <a:srgbClr val="F2F2F2"/>
                      </a:solidFill>
                      <a:prstDash val="solid"/>
                      <a:round/>
                      <a:headEnd type="none" w="sm" len="sm"/>
                      <a:tailEnd type="none" w="sm" len="sm"/>
                    </a:lnB>
                    <a:solidFill>
                      <a:schemeClr val="bg2"/>
                    </a:solidFill>
                  </a:tcPr>
                </a:tc>
                <a:extLst>
                  <a:ext uri="{0D108BD9-81ED-4DB2-BD59-A6C34878D82A}">
                    <a16:rowId xmlns:a16="http://schemas.microsoft.com/office/drawing/2014/main" val="10000"/>
                  </a:ext>
                </a:extLst>
              </a:tr>
              <a:tr h="2717214">
                <a:tc>
                  <a:txBody>
                    <a:bodyPr/>
                    <a:lstStyle/>
                    <a:p>
                      <a:pPr marL="285750" indent="-285750" algn="l">
                        <a:buFont typeface="Wingdings" panose="05000000000000000000" pitchFamily="2" charset="2"/>
                        <a:buChar char="Ø"/>
                      </a:pPr>
                      <a:r>
                        <a:rPr lang="pt-PT" sz="1500" err="1">
                          <a:latin typeface="Poppins" panose="00000500000000000000" pitchFamily="2" charset="0"/>
                          <a:cs typeface="Poppins" panose="00000500000000000000" pitchFamily="2" charset="0"/>
                        </a:rPr>
                        <a:t>Overfitting</a:t>
                      </a:r>
                      <a:r>
                        <a:rPr lang="pt-PT" sz="1500">
                          <a:latin typeface="Poppins" panose="00000500000000000000" pitchFamily="2" charset="0"/>
                          <a:cs typeface="Poppins" panose="00000500000000000000" pitchFamily="2" charset="0"/>
                        </a:rPr>
                        <a:t> em todos os modelos </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FFNN é o melhor modelo nas tarefas de regressão e classificação para 10 ou 2 </a:t>
                      </a:r>
                      <a:r>
                        <a:rPr lang="pt-PT" sz="1500" err="1">
                          <a:latin typeface="Poppins" panose="00000500000000000000" pitchFamily="2" charset="0"/>
                          <a:cs typeface="Poppins" panose="00000500000000000000" pitchFamily="2" charset="0"/>
                        </a:rPr>
                        <a:t>features</a:t>
                      </a:r>
                      <a:r>
                        <a:rPr lang="pt-PT" sz="1500">
                          <a:latin typeface="Poppins" panose="00000500000000000000" pitchFamily="2" charset="0"/>
                          <a:cs typeface="Poppins" panose="00000500000000000000" pitchFamily="2" charset="0"/>
                        </a:rPr>
                        <a:t>.</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SVM possui uma boa performance para 2 </a:t>
                      </a:r>
                      <a:r>
                        <a:rPr lang="pt-PT" sz="1500" err="1">
                          <a:latin typeface="Poppins" panose="00000500000000000000" pitchFamily="2" charset="0"/>
                          <a:cs typeface="Poppins" panose="00000500000000000000" pitchFamily="2" charset="0"/>
                        </a:rPr>
                        <a:t>features</a:t>
                      </a:r>
                      <a:r>
                        <a:rPr lang="pt-PT" sz="1500">
                          <a:latin typeface="Poppins" panose="00000500000000000000" pitchFamily="2" charset="0"/>
                          <a:cs typeface="Poppins" panose="00000500000000000000" pitchFamily="2" charset="0"/>
                        </a:rPr>
                        <a:t>.</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Decréscimo utilizando-se 2 </a:t>
                      </a:r>
                      <a:r>
                        <a:rPr lang="pt-PT" sz="1500" err="1">
                          <a:latin typeface="Poppins" panose="00000500000000000000" pitchFamily="2" charset="0"/>
                          <a:cs typeface="Poppins" panose="00000500000000000000" pitchFamily="2" charset="0"/>
                        </a:rPr>
                        <a:t>features</a:t>
                      </a:r>
                      <a:r>
                        <a:rPr lang="pt-PT" sz="1500">
                          <a:latin typeface="Poppins" panose="00000500000000000000" pitchFamily="2" charset="0"/>
                          <a:cs typeface="Poppins" panose="00000500000000000000" pitchFamily="2" charset="0"/>
                        </a:rPr>
                        <a:t>.</a:t>
                      </a:r>
                    </a:p>
                    <a:p>
                      <a:pPr marL="0" lvl="0" indent="0" algn="l" rtl="0">
                        <a:spcBef>
                          <a:spcPts val="0"/>
                        </a:spcBef>
                        <a:spcAft>
                          <a:spcPts val="0"/>
                        </a:spcAft>
                        <a:buNone/>
                      </a:pPr>
                      <a:endParaRPr lang="pt-PT" sz="1500">
                        <a:latin typeface="Poppins" panose="00000500000000000000" pitchFamily="2" charset="0"/>
                        <a:cs typeface="Poppins" panose="00000500000000000000" pitchFamily="2"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solidFill>
                      <a:schemeClr val="bg1"/>
                    </a:solidFill>
                  </a:tcPr>
                </a:tc>
                <a:tc>
                  <a:txBody>
                    <a:bodyPr/>
                    <a:lstStyle/>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Procura de combinações de parâmetros mais abrangente para RF e SVM.</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Regularização L1/L2</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Incorporar outros métodos</a:t>
                      </a: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Data </a:t>
                      </a:r>
                      <a:r>
                        <a:rPr lang="pt-PT" sz="1500" err="1">
                          <a:latin typeface="Poppins" panose="00000500000000000000" pitchFamily="2" charset="0"/>
                          <a:cs typeface="Poppins" panose="00000500000000000000" pitchFamily="2" charset="0"/>
                        </a:rPr>
                        <a:t>augmentation</a:t>
                      </a:r>
                      <a:endParaRPr lang="pt-PT" sz="1500">
                        <a:latin typeface="Poppins" panose="00000500000000000000" pitchFamily="2" charset="0"/>
                        <a:cs typeface="Poppins" panose="00000500000000000000" pitchFamily="2" charset="0"/>
                      </a:endParaRPr>
                    </a:p>
                    <a:p>
                      <a:pPr marL="285750" indent="-285750" algn="l">
                        <a:buFont typeface="Wingdings" panose="05000000000000000000" pitchFamily="2" charset="2"/>
                        <a:buChar char="Ø"/>
                      </a:pPr>
                      <a:r>
                        <a:rPr lang="pt-PT" sz="1500">
                          <a:latin typeface="Poppins" panose="00000500000000000000" pitchFamily="2" charset="0"/>
                          <a:cs typeface="Poppins" panose="00000500000000000000" pitchFamily="2" charset="0"/>
                        </a:rPr>
                        <a:t>Out-</a:t>
                      </a:r>
                      <a:r>
                        <a:rPr lang="pt-PT" sz="1500" err="1">
                          <a:latin typeface="Poppins" panose="00000500000000000000" pitchFamily="2" charset="0"/>
                          <a:cs typeface="Poppins" panose="00000500000000000000" pitchFamily="2" charset="0"/>
                        </a:rPr>
                        <a:t>of</a:t>
                      </a:r>
                      <a:r>
                        <a:rPr lang="pt-PT" sz="1500">
                          <a:latin typeface="Poppins" panose="00000500000000000000" pitchFamily="2" charset="0"/>
                          <a:cs typeface="Poppins" panose="00000500000000000000" pitchFamily="2" charset="0"/>
                        </a:rPr>
                        <a:t>-</a:t>
                      </a:r>
                      <a:r>
                        <a:rPr lang="pt-PT" sz="1500" err="1">
                          <a:latin typeface="Poppins" panose="00000500000000000000" pitchFamily="2" charset="0"/>
                          <a:cs typeface="Poppins" panose="00000500000000000000" pitchFamily="2" charset="0"/>
                        </a:rPr>
                        <a:t>distribution</a:t>
                      </a:r>
                      <a:r>
                        <a:rPr lang="pt-PT" sz="1500">
                          <a:latin typeface="Poppins" panose="00000500000000000000" pitchFamily="2" charset="0"/>
                          <a:cs typeface="Poppins" panose="00000500000000000000" pitchFamily="2" charset="0"/>
                        </a:rPr>
                        <a:t> e </a:t>
                      </a:r>
                    </a:p>
                    <a:p>
                      <a:pPr marL="0" indent="0" algn="l">
                        <a:buFont typeface="Wingdings" panose="05000000000000000000" pitchFamily="2" charset="2"/>
                        <a:buNone/>
                      </a:pPr>
                      <a:r>
                        <a:rPr lang="pt-PT" sz="1500">
                          <a:latin typeface="Poppins" panose="00000500000000000000" pitchFamily="2" charset="0"/>
                          <a:cs typeface="Poppins" panose="00000500000000000000" pitchFamily="2" charset="0"/>
                        </a:rPr>
                        <a:t>     Out-</a:t>
                      </a:r>
                      <a:r>
                        <a:rPr lang="pt-PT" sz="1500" err="1">
                          <a:latin typeface="Poppins" panose="00000500000000000000" pitchFamily="2" charset="0"/>
                          <a:cs typeface="Poppins" panose="00000500000000000000" pitchFamily="2" charset="0"/>
                        </a:rPr>
                        <a:t>of</a:t>
                      </a:r>
                      <a:r>
                        <a:rPr lang="pt-PT" sz="1500">
                          <a:latin typeface="Poppins" panose="00000500000000000000" pitchFamily="2" charset="0"/>
                          <a:cs typeface="Poppins" panose="00000500000000000000" pitchFamily="2" charset="0"/>
                        </a:rPr>
                        <a:t>-</a:t>
                      </a:r>
                      <a:r>
                        <a:rPr lang="pt-PT" sz="1500" err="1">
                          <a:latin typeface="Poppins" panose="00000500000000000000" pitchFamily="2" charset="0"/>
                          <a:cs typeface="Poppins" panose="00000500000000000000" pitchFamily="2" charset="0"/>
                        </a:rPr>
                        <a:t>domain</a:t>
                      </a:r>
                      <a:r>
                        <a:rPr lang="pt-PT" sz="1500">
                          <a:latin typeface="Poppins" panose="00000500000000000000" pitchFamily="2" charset="0"/>
                          <a:cs typeface="Poppins" panose="00000500000000000000" pitchFamily="2" charset="0"/>
                        </a:rPr>
                        <a:t> </a:t>
                      </a:r>
                      <a:r>
                        <a:rPr lang="pt-PT" sz="1500" err="1">
                          <a:latin typeface="Poppins" panose="00000500000000000000" pitchFamily="2" charset="0"/>
                          <a:cs typeface="Poppins" panose="00000500000000000000" pitchFamily="2" charset="0"/>
                        </a:rPr>
                        <a:t>testing</a:t>
                      </a:r>
                      <a:endParaRPr lang="pt-PT" sz="1500">
                        <a:latin typeface="Poppins" panose="00000500000000000000" pitchFamily="2" charset="0"/>
                        <a:cs typeface="Poppins" panose="00000500000000000000" pitchFamily="2" charset="0"/>
                      </a:endParaRPr>
                    </a:p>
                    <a:p>
                      <a:pPr marL="0" lvl="0" indent="0" algn="l" rtl="0">
                        <a:spcBef>
                          <a:spcPts val="0"/>
                        </a:spcBef>
                        <a:spcAft>
                          <a:spcPts val="0"/>
                        </a:spcAft>
                        <a:buNone/>
                      </a:pPr>
                      <a:endParaRPr lang="pt-PT" sz="1500">
                        <a:latin typeface="Poppins" panose="00000500000000000000" pitchFamily="2" charset="0"/>
                        <a:cs typeface="Poppins" panose="00000500000000000000" pitchFamily="2" charset="0"/>
                      </a:endParaRPr>
                    </a:p>
                  </a:txBody>
                  <a:tcPr marL="91425" marR="91425" marT="91425" marB="91425">
                    <a:lnL w="9525" cap="flat" cmpd="sng">
                      <a:solidFill>
                        <a:srgbClr val="F2F2F2"/>
                      </a:solidFill>
                      <a:prstDash val="solid"/>
                      <a:round/>
                      <a:headEnd type="none" w="sm" len="sm"/>
                      <a:tailEnd type="none" w="sm" len="sm"/>
                    </a:lnL>
                    <a:lnR w="9525" cap="flat" cmpd="sng">
                      <a:solidFill>
                        <a:srgbClr val="F2F2F2"/>
                      </a:solidFill>
                      <a:prstDash val="solid"/>
                      <a:round/>
                      <a:headEnd type="none" w="sm" len="sm"/>
                      <a:tailEnd type="none" w="sm" len="sm"/>
                    </a:lnR>
                    <a:lnT w="9525" cap="flat" cmpd="sng">
                      <a:solidFill>
                        <a:srgbClr val="F2F2F2"/>
                      </a:solidFill>
                      <a:prstDash val="solid"/>
                      <a:round/>
                      <a:headEnd type="none" w="sm" len="sm"/>
                      <a:tailEnd type="none" w="sm" len="sm"/>
                    </a:lnT>
                    <a:lnB w="9525" cap="flat" cmpd="sng" algn="ctr">
                      <a:solidFill>
                        <a:srgbClr val="F2F2F2"/>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22797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grpSp>
        <p:nvGrpSpPr>
          <p:cNvPr id="382" name="Google Shape;382;p42"/>
          <p:cNvGrpSpPr/>
          <p:nvPr/>
        </p:nvGrpSpPr>
        <p:grpSpPr>
          <a:xfrm>
            <a:off x="3425177" y="3321720"/>
            <a:ext cx="5902500" cy="0"/>
            <a:chOff x="2220050" y="1547100"/>
            <a:chExt cx="5902500" cy="0"/>
          </a:xfrm>
        </p:grpSpPr>
        <p:cxnSp>
          <p:nvCxnSpPr>
            <p:cNvPr id="383" name="Google Shape;383;p42"/>
            <p:cNvCxnSpPr/>
            <p:nvPr/>
          </p:nvCxnSpPr>
          <p:spPr>
            <a:xfrm>
              <a:off x="2220050" y="1547100"/>
              <a:ext cx="464400" cy="0"/>
            </a:xfrm>
            <a:prstGeom prst="straightConnector1">
              <a:avLst/>
            </a:prstGeom>
            <a:noFill/>
            <a:ln w="114300" cap="flat" cmpd="sng">
              <a:solidFill>
                <a:schemeClr val="dk1"/>
              </a:solidFill>
              <a:prstDash val="solid"/>
              <a:round/>
              <a:headEnd type="none" w="med" len="med"/>
              <a:tailEnd type="none" w="med" len="med"/>
            </a:ln>
          </p:spPr>
        </p:cxnSp>
        <p:cxnSp>
          <p:nvCxnSpPr>
            <p:cNvPr id="384" name="Google Shape;384;p42"/>
            <p:cNvCxnSpPr/>
            <p:nvPr/>
          </p:nvCxnSpPr>
          <p:spPr>
            <a:xfrm>
              <a:off x="2684450" y="1547100"/>
              <a:ext cx="5438100" cy="0"/>
            </a:xfrm>
            <a:prstGeom prst="straightConnector1">
              <a:avLst/>
            </a:prstGeom>
            <a:noFill/>
            <a:ln w="9525" cap="flat" cmpd="sng">
              <a:solidFill>
                <a:schemeClr val="dk1"/>
              </a:solidFill>
              <a:prstDash val="solid"/>
              <a:round/>
              <a:headEnd type="none" w="med" len="med"/>
              <a:tailEnd type="none" w="med" len="med"/>
            </a:ln>
          </p:spPr>
        </p:cxnSp>
      </p:grpSp>
      <p:sp>
        <p:nvSpPr>
          <p:cNvPr id="4" name="Google Shape;464;p47">
            <a:extLst>
              <a:ext uri="{FF2B5EF4-FFF2-40B4-BE49-F238E27FC236}">
                <a16:creationId xmlns:a16="http://schemas.microsoft.com/office/drawing/2014/main" id="{0DA4E881-9A35-FF21-0549-D00051EAC7BF}"/>
              </a:ext>
            </a:extLst>
          </p:cNvPr>
          <p:cNvSpPr txBox="1">
            <a:spLocks/>
          </p:cNvSpPr>
          <p:nvPr/>
        </p:nvSpPr>
        <p:spPr>
          <a:xfrm>
            <a:off x="3246257" y="1166835"/>
            <a:ext cx="5965923" cy="14049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Poppins"/>
              <a:buNone/>
              <a:defRPr sz="6000" b="1" i="0" u="none" strike="noStrike" cap="none">
                <a:solidFill>
                  <a:schemeClr val="dk2"/>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9600"/>
              <a:buFont typeface="Poppins"/>
              <a:buNone/>
              <a:defRPr sz="9600" b="1" i="0" u="none" strike="noStrike" cap="none">
                <a:solidFill>
                  <a:schemeClr val="dk1"/>
                </a:solidFill>
                <a:latin typeface="Poppins"/>
                <a:ea typeface="Poppins"/>
                <a:cs typeface="Poppins"/>
                <a:sym typeface="Poppins"/>
              </a:defRPr>
            </a:lvl9pPr>
          </a:lstStyle>
          <a:p>
            <a:pPr algn="l"/>
            <a:r>
              <a:rPr lang="pt-PT" sz="8000">
                <a:solidFill>
                  <a:schemeClr val="tx1"/>
                </a:solidFill>
              </a:rPr>
              <a:t>Obrigado!</a:t>
            </a:r>
          </a:p>
        </p:txBody>
      </p:sp>
      <p:sp>
        <p:nvSpPr>
          <p:cNvPr id="5" name="Google Shape;465;p47">
            <a:extLst>
              <a:ext uri="{FF2B5EF4-FFF2-40B4-BE49-F238E27FC236}">
                <a16:creationId xmlns:a16="http://schemas.microsoft.com/office/drawing/2014/main" id="{262AA274-9F25-5691-B2AA-4FF874D44C7F}"/>
              </a:ext>
            </a:extLst>
          </p:cNvPr>
          <p:cNvSpPr txBox="1">
            <a:spLocks/>
          </p:cNvSpPr>
          <p:nvPr/>
        </p:nvSpPr>
        <p:spPr>
          <a:xfrm>
            <a:off x="3246257" y="2571750"/>
            <a:ext cx="4448100" cy="374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1pPr>
            <a:lvl2pPr marL="914400" marR="0" lvl="1" indent="-304800" algn="ctr" rtl="0">
              <a:lnSpc>
                <a:spcPct val="100000"/>
              </a:lnSpc>
              <a:spcBef>
                <a:spcPts val="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2pPr>
            <a:lvl3pPr marL="1371600" marR="0" lvl="2"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3pPr>
            <a:lvl4pPr marL="1828800" marR="0" lvl="3"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4pPr>
            <a:lvl5pPr marL="2286000" marR="0" lvl="4"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5pPr>
            <a:lvl6pPr marL="2743200" marR="0" lvl="5"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6pPr>
            <a:lvl7pPr marL="3200400" marR="0" lvl="6"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7pPr>
            <a:lvl8pPr marL="3657600" marR="0" lvl="7" indent="-304800" algn="ctr" rtl="0">
              <a:lnSpc>
                <a:spcPct val="100000"/>
              </a:lnSpc>
              <a:spcBef>
                <a:spcPts val="1600"/>
              </a:spcBef>
              <a:spcAft>
                <a:spcPts val="0"/>
              </a:spcAft>
              <a:buClr>
                <a:schemeClr val="dk1"/>
              </a:buClr>
              <a:buSzPts val="1600"/>
              <a:buFont typeface="Poppins"/>
              <a:buNone/>
              <a:defRPr sz="1600" b="0" i="0" u="none" strike="noStrike" cap="none">
                <a:solidFill>
                  <a:schemeClr val="dk1"/>
                </a:solidFill>
                <a:latin typeface="Poppins"/>
                <a:ea typeface="Poppins"/>
                <a:cs typeface="Poppins"/>
                <a:sym typeface="Poppins"/>
              </a:defRPr>
            </a:lvl8pPr>
            <a:lvl9pPr marL="4114800" marR="0" lvl="8" indent="-304800" algn="ctr" rtl="0">
              <a:lnSpc>
                <a:spcPct val="100000"/>
              </a:lnSpc>
              <a:spcBef>
                <a:spcPts val="1600"/>
              </a:spcBef>
              <a:spcAft>
                <a:spcPts val="1600"/>
              </a:spcAft>
              <a:buClr>
                <a:schemeClr val="dk1"/>
              </a:buClr>
              <a:buSzPts val="1600"/>
              <a:buFont typeface="Poppins"/>
              <a:buNone/>
              <a:defRPr sz="1600" b="0" i="0" u="none" strike="noStrike" cap="none">
                <a:solidFill>
                  <a:schemeClr val="dk1"/>
                </a:solidFill>
                <a:latin typeface="Poppins"/>
                <a:ea typeface="Poppins"/>
                <a:cs typeface="Poppins"/>
                <a:sym typeface="Poppins"/>
              </a:defRPr>
            </a:lvl9pPr>
          </a:lstStyle>
          <a:p>
            <a:pPr marL="0" indent="0" algn="l"/>
            <a:r>
              <a:rPr lang="en-US" sz="1400" b="1" err="1"/>
              <a:t>Perguntas</a:t>
            </a:r>
            <a:r>
              <a:rPr lang="en-US" sz="1400" b="1"/>
              <a:t>?</a:t>
            </a:r>
          </a:p>
        </p:txBody>
      </p:sp>
    </p:spTree>
  </p:cSld>
  <p:clrMapOvr>
    <a:masterClrMapping/>
  </p:clrMapOvr>
</p:sld>
</file>

<file path=ppt/theme/theme1.xml><?xml version="1.0" encoding="utf-8"?>
<a:theme xmlns:a="http://schemas.openxmlformats.org/drawingml/2006/main" name="Clean and Neat Style Portfolio by Slidesgo">
  <a:themeElements>
    <a:clrScheme name="Simple Light">
      <a:dk1>
        <a:srgbClr val="191919"/>
      </a:dk1>
      <a:lt1>
        <a:srgbClr val="FFFFFF"/>
      </a:lt1>
      <a:dk2>
        <a:srgbClr val="45818E"/>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Clean and Neat Style Portfolio by Slidesgo</vt:lpstr>
      <vt:lpstr>Operational Efficiency of Photovoltaic (PV) Modules</vt:lpstr>
      <vt:lpstr>Índice</vt:lpstr>
      <vt:lpstr>Introdução</vt:lpstr>
      <vt:lpstr>Previsão de eficiência de PVs</vt:lpstr>
      <vt:lpstr>Objetivos</vt:lpstr>
      <vt:lpstr>Metodologia</vt:lpstr>
      <vt:lpstr>Análise Estatística</vt:lpstr>
      <vt:lpstr>Análise componentes principais (PCA)</vt:lpstr>
      <vt:lpstr>Regressão Linear</vt:lpstr>
      <vt:lpstr>Support Vector Machine</vt:lpstr>
      <vt:lpstr>Random Forest</vt:lpstr>
      <vt:lpstr>Feed Forward Neural Network (FFNN)</vt:lpstr>
      <vt:lpstr>Resultado e Discussão</vt:lpstr>
      <vt:lpstr>Análise Estatística</vt:lpstr>
      <vt:lpstr>Análise componentes principais (PCA)</vt:lpstr>
      <vt:lpstr>Implementação dos métodos: Classificação</vt:lpstr>
      <vt:lpstr>Implementação dos métodos: Classificação</vt:lpstr>
      <vt:lpstr>Implementação dos métodos: Regressão</vt:lpstr>
      <vt:lpstr>Conclusão</vt:lpstr>
      <vt:lpstr>Conclusão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2025-01-17T15:25:36Z</dcterms:modified>
</cp:coreProperties>
</file>